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561" r:id="rId3"/>
    <p:sldId id="260" r:id="rId4"/>
    <p:sldId id="257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829800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CFL06: Push Sensor Data to a Web Page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892" y="1109348"/>
            <a:ext cx="5712332" cy="5247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CFL04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Sensor (DHT11) Data Logging Using SD Card Module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C91BCE-AFE1-448A-7E5C-FC5FA667DFCC}"/>
              </a:ext>
            </a:extLst>
          </p:cNvPr>
          <p:cNvSpPr txBox="1"/>
          <p:nvPr/>
        </p:nvSpPr>
        <p:spPr bwMode="auto">
          <a:xfrm>
            <a:off x="6695440" y="2055812"/>
            <a:ext cx="2722880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0EB48F-39E1-CC67-5384-364707D58B42}"/>
              </a:ext>
            </a:extLst>
          </p:cNvPr>
          <p:cNvSpPr txBox="1"/>
          <p:nvPr/>
        </p:nvSpPr>
        <p:spPr bwMode="auto">
          <a:xfrm>
            <a:off x="8610600" y="3648921"/>
            <a:ext cx="602390" cy="537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085" y="1337220"/>
            <a:ext cx="1929544" cy="19034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F637A1-515F-BD78-0679-AD8FDBA231EE}"/>
              </a:ext>
            </a:extLst>
          </p:cNvPr>
          <p:cNvSpPr txBox="1"/>
          <p:nvPr/>
        </p:nvSpPr>
        <p:spPr bwMode="auto">
          <a:xfrm>
            <a:off x="9203322" y="3648921"/>
            <a:ext cx="602390" cy="537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60A51-9DB6-D3F0-F89E-8A830A6034D2}"/>
              </a:ext>
            </a:extLst>
          </p:cNvPr>
          <p:cNvSpPr txBox="1"/>
          <p:nvPr/>
        </p:nvSpPr>
        <p:spPr bwMode="auto">
          <a:xfrm>
            <a:off x="10481187" y="4410921"/>
            <a:ext cx="843280" cy="6705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555C0B-B1AA-F417-D5E9-0A91C8CF9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312384">
            <a:off x="365423" y="3657682"/>
            <a:ext cx="2407509" cy="21299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A7C842-73BA-2C2F-B4E4-F6B993881F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6398" y="3127537"/>
            <a:ext cx="1623914" cy="305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1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265BE1-61B9-8D9B-62FB-455647600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77" y="365125"/>
            <a:ext cx="6019023" cy="1325563"/>
          </a:xfrm>
        </p:spPr>
        <p:txBody>
          <a:bodyPr/>
          <a:lstStyle/>
          <a:p>
            <a:r>
              <a:rPr lang="en-GB" b="1" dirty="0"/>
              <a:t>ESP32_DHT11_Webpage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8835C-A94F-BE1F-C6BF-2B979061DEC4}"/>
              </a:ext>
            </a:extLst>
          </p:cNvPr>
          <p:cNvSpPr txBox="1"/>
          <p:nvPr/>
        </p:nvSpPr>
        <p:spPr>
          <a:xfrm>
            <a:off x="6919137" y="-4518659"/>
            <a:ext cx="5935626" cy="1911125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WiFi.h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WebServer.h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DHT.h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 err="1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"156HomeKitchen"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 err="1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*password = 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"Hitchin786&amp;"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WebServer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DHT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DHT11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handleRoot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snprintf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"&lt;html&gt;\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&lt;head&gt;\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&lt;meta http-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equiv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='refresh' content='10'/&gt;\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&lt;meta name='viewport' content='width=device-width, initial-scale=1'&gt;\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&lt;link 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='https://fonts.googleapis.com/css2?family=Roboto:wght@100;400&amp;display=swap' 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='stylesheet'&gt;\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&lt;title&gt;ESP32 DHT Server&lt;/title&gt;\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&lt;style&gt;\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body { font-family: 'Roboto', sans-serif; background-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: #f4f4f4; 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: #444; margin: 0; padding: 0; }\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.container { max-width: 600px; margin: 50px auto; padding: 20px; text-align: 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; background-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: white; box-shadow: 0 0 10px 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(0, 0, 0, 0.1); }\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h2 { font-weight: 400; }\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.reading { font-size: 2.5rem; margin: 20px 0; }\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.units { font-size: 1.5rem; 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: #888; }\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.sensor-icon { font-size: 4rem; 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: #1a8cff; margin-bottom: 10px; }\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.footer { margin-top: 30px; font-size: 0.8rem; 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: #aaa; }\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&lt;/style&gt;\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&lt;/head&gt;\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&lt;body&gt;\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&lt;div class='container'&gt;\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&lt;h2 style='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color:red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'&gt;ESP32 DHT Sensor Data&lt;/h2&gt;\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&lt;p class='sensor-icon'&gt;&lt;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 class='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fas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 fa-thermometer-half'&gt;&lt;/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&gt;&lt;/p&gt;\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&lt;p class='reading'&gt;Temperature: &lt;strong&gt;%.2f&amp;deg;C&lt;/strong&gt;&lt;/p&gt;\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&lt;p class='sensor-icon'&gt;&lt;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 class='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fas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 fa-tint'&gt;&lt;/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&gt;&lt;/p&gt;\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&lt;p class='reading'&gt;Humidity: &lt;strong&gt;%.2f%%&lt;/strong&gt;&lt;/p&gt;\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  &lt;p class='footer'&gt;Data refreshed every 10 seconds&lt;/p&gt;\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  &lt;/div&gt;\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  &lt;/body&gt;\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&lt;/html&gt;"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readDHTTemperature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readDHTHumidity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"text/html"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WIFI_STA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password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  // Wait for connection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!= WL_CONNECTED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"."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"Connected to "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"IP address: "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localIP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handleRoot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"HTTP server started"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handleClient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0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// Allow the CPU to switch to other tasks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readDHTTemperature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t =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readTemperature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"Failed to read from DHT sensor!"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"Temp:"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t;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readDHTHumidity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h =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readHumidity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"Failed to read from DHT sensor!"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0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GB" sz="10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GB" sz="1000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0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h;</a:t>
            </a: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0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0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9280A2-90A4-C152-828E-0AD53507F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7" y="1297283"/>
            <a:ext cx="6766187" cy="40396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D45A50-A31E-D25D-6D9B-C1D4BAF9D67C}"/>
              </a:ext>
            </a:extLst>
          </p:cNvPr>
          <p:cNvSpPr txBox="1"/>
          <p:nvPr/>
        </p:nvSpPr>
        <p:spPr>
          <a:xfrm>
            <a:off x="428847" y="5272986"/>
            <a:ext cx="6019023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Once you upload the code, press EN button on ESP32 and select the </a:t>
            </a:r>
            <a:r>
              <a:rPr lang="en-GB" sz="1200" dirty="0" err="1"/>
              <a:t>baudrate</a:t>
            </a:r>
            <a:r>
              <a:rPr lang="en-GB" sz="1200" dirty="0"/>
              <a:t> to 115200 and copy the IP address from serial monitor as below. Copy the IP address in the browser.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E9AACE-5A7D-AEEB-F076-FB8CF1A74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4041" y="5812534"/>
            <a:ext cx="2225233" cy="24843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A04512-E72B-8F67-8109-B85C7C1F5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329" y="5812534"/>
            <a:ext cx="2927553" cy="229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76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890</Words>
  <Application>Microsoft Office PowerPoint</Application>
  <PresentationFormat>Widescreen</PresentationFormat>
  <Paragraphs>125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Office Theme</vt:lpstr>
      <vt:lpstr>Communication Kit (Kit 3)</vt:lpstr>
      <vt:lpstr>Communication Kit : Contents</vt:lpstr>
      <vt:lpstr>Kit 3 Communication Creative Board - Features</vt:lpstr>
      <vt:lpstr>CFL04 : Sensor (DHT11) Data Logging Using SD Card Module</vt:lpstr>
      <vt:lpstr>ESP32_DHT11_Webpage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38</cp:revision>
  <dcterms:created xsi:type="dcterms:W3CDTF">2025-12-15T19:48:42Z</dcterms:created>
  <dcterms:modified xsi:type="dcterms:W3CDTF">2026-01-02T00:31:53Z</dcterms:modified>
</cp:coreProperties>
</file>