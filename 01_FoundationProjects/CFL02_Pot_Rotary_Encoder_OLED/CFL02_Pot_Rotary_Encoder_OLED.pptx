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61" r:id="rId3"/>
    <p:sldId id="260" r:id="rId4"/>
    <p:sldId id="257" r:id="rId5"/>
    <p:sldId id="564" r:id="rId6"/>
    <p:sldId id="5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CFL02: ESP32 Setup - OLED, Pot, Encoder &amp; Buzzer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1109348"/>
            <a:ext cx="5712332" cy="5247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CFL02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ESP32 Setup - OLED, Pot, Encoder &amp; Buzzer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210" y="3178051"/>
            <a:ext cx="1929544" cy="19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40E01F-2A27-153F-A306-EE2B316FDB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DC544E-7FC8-C6E9-CCE1-9B9F3719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1957-4CA3-F07B-AFC6-AB5C31B4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FC5EFD-2982-5A8A-7AB5-D86781B0DD73}"/>
              </a:ext>
            </a:extLst>
          </p:cNvPr>
          <p:cNvSpPr txBox="1">
            <a:spLocks/>
          </p:cNvSpPr>
          <p:nvPr/>
        </p:nvSpPr>
        <p:spPr>
          <a:xfrm>
            <a:off x="838200" y="4211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CFL02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ESP32 Setup - OLED, Pot &amp; Buzzer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073B2-E0F1-CB64-D8DC-50024F07CDB5}"/>
              </a:ext>
            </a:extLst>
          </p:cNvPr>
          <p:cNvSpPr txBox="1"/>
          <p:nvPr/>
        </p:nvSpPr>
        <p:spPr>
          <a:xfrm>
            <a:off x="1042220" y="1443841"/>
            <a:ext cx="5211096" cy="310854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setup()</a:t>
            </a:r>
          </a:p>
          <a:p>
            <a:r>
              <a:rPr lang="en-GB" sz="1400" dirty="0"/>
              <a:t>  • Configure pin 16 as OUTPUT for the buzzer</a:t>
            </a:r>
          </a:p>
          <a:p>
            <a:r>
              <a:rPr lang="en-GB" sz="1400" dirty="0"/>
              <a:t>  • Initialize I2C communication on pins 21 (SDA) and 22 (SCL)</a:t>
            </a:r>
          </a:p>
          <a:p>
            <a:r>
              <a:rPr lang="en-GB" sz="1400" dirty="0"/>
              <a:t>  • Initialize the OLED display (128x64) with I2C address 0x3C</a:t>
            </a:r>
          </a:p>
          <a:p>
            <a:r>
              <a:rPr lang="en-GB" sz="1400" dirty="0"/>
              <a:t>  • Set text size and </a:t>
            </a:r>
            <a:r>
              <a:rPr lang="en-GB" sz="1400" dirty="0" err="1"/>
              <a:t>color</a:t>
            </a:r>
            <a:r>
              <a:rPr lang="en-GB" sz="1400" dirty="0"/>
              <a:t> for OLED output</a:t>
            </a:r>
          </a:p>
          <a:p>
            <a:endParaRPr lang="en-GB" sz="1400" dirty="0"/>
          </a:p>
          <a:p>
            <a:r>
              <a:rPr lang="en-GB" sz="1400" dirty="0"/>
              <a:t>loop()</a:t>
            </a:r>
          </a:p>
          <a:p>
            <a:r>
              <a:rPr lang="en-GB" sz="1400" dirty="0"/>
              <a:t>  • Read </a:t>
            </a:r>
            <a:r>
              <a:rPr lang="en-GB" sz="1400" dirty="0" err="1"/>
              <a:t>analog</a:t>
            </a:r>
            <a:r>
              <a:rPr lang="en-GB" sz="1400" dirty="0"/>
              <a:t> value from potentiometer on pin 15 (range: 0–4095)</a:t>
            </a:r>
          </a:p>
          <a:p>
            <a:r>
              <a:rPr lang="en-GB" sz="1400" dirty="0"/>
              <a:t>  • Clear OLED and display the potentiometer reading</a:t>
            </a:r>
          </a:p>
          <a:p>
            <a:r>
              <a:rPr lang="en-GB" sz="1400" dirty="0"/>
              <a:t>  • If value is above 4000:</a:t>
            </a:r>
          </a:p>
          <a:p>
            <a:r>
              <a:rPr lang="en-GB" sz="1400" dirty="0"/>
              <a:t>      – Turn buzzer ON (pin 16 HIGH)</a:t>
            </a:r>
          </a:p>
          <a:p>
            <a:r>
              <a:rPr lang="en-GB" sz="1400" dirty="0"/>
              <a:t>    Else:</a:t>
            </a:r>
          </a:p>
          <a:p>
            <a:r>
              <a:rPr lang="en-GB" sz="1400" dirty="0"/>
              <a:t>      – Turn buzzer OFF (pin 16 LOW)</a:t>
            </a:r>
          </a:p>
          <a:p>
            <a:r>
              <a:rPr lang="en-GB" sz="1400" dirty="0"/>
              <a:t>  • Wait for 300 </a:t>
            </a:r>
            <a:r>
              <a:rPr lang="en-GB" sz="1400" dirty="0" err="1"/>
              <a:t>ms</a:t>
            </a:r>
            <a:endParaRPr lang="en-GB" sz="1400" dirty="0"/>
          </a:p>
        </p:txBody>
      </p:sp>
      <p:pic>
        <p:nvPicPr>
          <p:cNvPr id="2" name="Picture 1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32E8E503-1D7D-7900-1591-E46213116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36" y="1428053"/>
            <a:ext cx="5712332" cy="5247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511CA9-29A8-29B1-580E-DCB85488DD60}"/>
              </a:ext>
            </a:extLst>
          </p:cNvPr>
          <p:cNvSpPr txBox="1"/>
          <p:nvPr/>
        </p:nvSpPr>
        <p:spPr bwMode="auto">
          <a:xfrm>
            <a:off x="6734884" y="2374517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68036-C227-31D2-62CE-B4909FF3E5EF}"/>
              </a:ext>
            </a:extLst>
          </p:cNvPr>
          <p:cNvSpPr txBox="1"/>
          <p:nvPr/>
        </p:nvSpPr>
        <p:spPr bwMode="auto">
          <a:xfrm>
            <a:off x="8650044" y="3967626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8414-40C1-4B58-A4EF-9306945BEFEE}"/>
              </a:ext>
            </a:extLst>
          </p:cNvPr>
          <p:cNvSpPr txBox="1"/>
          <p:nvPr/>
        </p:nvSpPr>
        <p:spPr bwMode="auto">
          <a:xfrm>
            <a:off x="9242766" y="3967626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4A0B1-3FB8-32CF-0935-83E0F905039C}"/>
              </a:ext>
            </a:extLst>
          </p:cNvPr>
          <p:cNvSpPr txBox="1"/>
          <p:nvPr/>
        </p:nvSpPr>
        <p:spPr bwMode="auto">
          <a:xfrm>
            <a:off x="9735312" y="2753615"/>
            <a:ext cx="1414468" cy="1325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66C7D09-A6F0-2A99-181D-96AC1A054019}"/>
              </a:ext>
            </a:extLst>
          </p:cNvPr>
          <p:cNvSpPr txBox="1"/>
          <p:nvPr/>
        </p:nvSpPr>
        <p:spPr bwMode="auto">
          <a:xfrm>
            <a:off x="885878" y="4789969"/>
            <a:ext cx="514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CFL02 (CFL02_Pot_OLED.ino):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53F44821-8408-8D1B-DE2C-28C06F43CD5D}"/>
              </a:ext>
            </a:extLst>
          </p:cNvPr>
          <p:cNvSpPr txBox="1"/>
          <p:nvPr/>
        </p:nvSpPr>
        <p:spPr>
          <a:xfrm>
            <a:off x="1016515" y="5396886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8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1611-0935-76DA-0C07-DD73E1C0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CFL02_a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ESP32 Setup - OLED, Rotary Encoder &amp; Buzzer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15780-FE25-F712-A74A-CD5BE022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DDF3D-653B-836A-29B6-0324D502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A018E-6F4A-7BFC-20CB-BE77F6AADC22}"/>
              </a:ext>
            </a:extLst>
          </p:cNvPr>
          <p:cNvSpPr txBox="1"/>
          <p:nvPr/>
        </p:nvSpPr>
        <p:spPr>
          <a:xfrm>
            <a:off x="961104" y="1660783"/>
            <a:ext cx="3964858" cy="415498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• Configure pin 16 as OUTPUT for the buzzer</a:t>
            </a:r>
          </a:p>
          <a:p>
            <a:r>
              <a:rPr lang="en-GB" sz="1200" dirty="0"/>
              <a:t>  • Configure rotary encoder pins:</a:t>
            </a:r>
          </a:p>
          <a:p>
            <a:r>
              <a:rPr lang="en-GB" sz="1200" dirty="0"/>
              <a:t>      – SW (33) as INPUT_PULLUP</a:t>
            </a:r>
          </a:p>
          <a:p>
            <a:r>
              <a:rPr lang="en-GB" sz="1200" dirty="0"/>
              <a:t>      – CLK (26) as INPUT</a:t>
            </a:r>
          </a:p>
          <a:p>
            <a:r>
              <a:rPr lang="en-GB" sz="1200" dirty="0"/>
              <a:t>      – DT (27) as INPUT</a:t>
            </a:r>
          </a:p>
          <a:p>
            <a:r>
              <a:rPr lang="en-GB" sz="1200" dirty="0"/>
              <a:t>  • Initialize I2C communication on pins 21 (SDA) and 22 (SCL)</a:t>
            </a:r>
          </a:p>
          <a:p>
            <a:r>
              <a:rPr lang="en-GB" sz="1200" dirty="0"/>
              <a:t>  • Initialize the OLED display (128x64) with I2C address 0x3C</a:t>
            </a:r>
          </a:p>
          <a:p>
            <a:r>
              <a:rPr lang="en-GB" sz="1200" dirty="0"/>
              <a:t>  • Display startup message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• Check rotary encoder button (SW):</a:t>
            </a:r>
          </a:p>
          <a:p>
            <a:r>
              <a:rPr lang="en-GB" sz="1200" dirty="0"/>
              <a:t>      – If pressed, turn buzzer ON briefly, then OFF</a:t>
            </a:r>
          </a:p>
          <a:p>
            <a:r>
              <a:rPr lang="en-GB" sz="1200" dirty="0"/>
              <a:t>  • Read encoder CLK state to detect rotation</a:t>
            </a:r>
          </a:p>
          <a:p>
            <a:r>
              <a:rPr lang="en-GB" sz="1200" dirty="0"/>
              <a:t>  • If rotation detected:</a:t>
            </a:r>
          </a:p>
          <a:p>
            <a:r>
              <a:rPr lang="en-GB" sz="1200" dirty="0"/>
              <a:t>      – If clockwise:</a:t>
            </a:r>
          </a:p>
          <a:p>
            <a:r>
              <a:rPr lang="en-GB" sz="1200" dirty="0"/>
              <a:t>          * Increase encoder count</a:t>
            </a:r>
          </a:p>
          <a:p>
            <a:r>
              <a:rPr lang="en-GB" sz="1200" dirty="0"/>
              <a:t>          * Turn buzzer ON briefly</a:t>
            </a:r>
          </a:p>
          <a:p>
            <a:r>
              <a:rPr lang="en-GB" sz="1200" dirty="0"/>
              <a:t>      – If counter-clockwise:</a:t>
            </a:r>
          </a:p>
          <a:p>
            <a:r>
              <a:rPr lang="en-GB" sz="1200" dirty="0"/>
              <a:t>          * Decrease encoder count</a:t>
            </a:r>
          </a:p>
          <a:p>
            <a:r>
              <a:rPr lang="en-GB" sz="1200" dirty="0"/>
              <a:t>  • Clear OLED and display current encoder count</a:t>
            </a:r>
          </a:p>
          <a:p>
            <a:r>
              <a:rPr lang="en-GB" sz="1200" dirty="0"/>
              <a:t>  • Small delay for debounce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64AC021-AE85-D753-99D5-5756D6761F7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5E787D2A-06AF-8BBB-350F-8F942D4F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36" y="1428053"/>
            <a:ext cx="5712332" cy="5247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93F0E-CB03-246C-6A71-FAFBA4F1A9B2}"/>
              </a:ext>
            </a:extLst>
          </p:cNvPr>
          <p:cNvSpPr txBox="1"/>
          <p:nvPr/>
        </p:nvSpPr>
        <p:spPr bwMode="auto">
          <a:xfrm>
            <a:off x="6734884" y="2374517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17976-8296-877F-2C79-15F974780D86}"/>
              </a:ext>
            </a:extLst>
          </p:cNvPr>
          <p:cNvSpPr txBox="1"/>
          <p:nvPr/>
        </p:nvSpPr>
        <p:spPr bwMode="auto">
          <a:xfrm>
            <a:off x="10677667" y="4604735"/>
            <a:ext cx="806409" cy="8252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D2454-DBC3-CFCB-FEC9-A811D3719CB9}"/>
              </a:ext>
            </a:extLst>
          </p:cNvPr>
          <p:cNvSpPr txBox="1"/>
          <p:nvPr/>
        </p:nvSpPr>
        <p:spPr bwMode="auto">
          <a:xfrm>
            <a:off x="9242766" y="3967626"/>
            <a:ext cx="602390" cy="537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7BD3D-B90D-BC3C-25B2-747B2D1BA132}"/>
              </a:ext>
            </a:extLst>
          </p:cNvPr>
          <p:cNvSpPr txBox="1"/>
          <p:nvPr/>
        </p:nvSpPr>
        <p:spPr bwMode="auto">
          <a:xfrm>
            <a:off x="9735312" y="2753615"/>
            <a:ext cx="1414468" cy="1325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72721A36-0AD0-59DC-970B-1D995535A17F}"/>
              </a:ext>
            </a:extLst>
          </p:cNvPr>
          <p:cNvSpPr txBox="1"/>
          <p:nvPr/>
        </p:nvSpPr>
        <p:spPr bwMode="auto">
          <a:xfrm>
            <a:off x="748227" y="5760361"/>
            <a:ext cx="5679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CFL02 (CFL02_RotaryEncoder_OLED.ino):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365B48D-7A42-D892-7B6B-B10AEE93B1F2}"/>
              </a:ext>
            </a:extLst>
          </p:cNvPr>
          <p:cNvSpPr txBox="1"/>
          <p:nvPr/>
        </p:nvSpPr>
        <p:spPr>
          <a:xfrm>
            <a:off x="878864" y="6367278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75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4266</TotalTime>
  <Words>443</Words>
  <Application>Microsoft Office PowerPoint</Application>
  <PresentationFormat>Widescreen</PresentationFormat>
  <Paragraphs>80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CFL02 : ESP32 Setup - OLED, Pot, Encoder &amp; Buzzer</vt:lpstr>
      <vt:lpstr>PowerPoint Presentation</vt:lpstr>
      <vt:lpstr>CFL02_a : ESP32 Setup - OLED, Rotary Encoder &amp; Buzzer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36</cp:revision>
  <dcterms:created xsi:type="dcterms:W3CDTF">2025-12-15T19:48:42Z</dcterms:created>
  <dcterms:modified xsi:type="dcterms:W3CDTF">2026-01-05T22:25:57Z</dcterms:modified>
</cp:coreProperties>
</file>