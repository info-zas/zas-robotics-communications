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561" r:id="rId3"/>
    <p:sldId id="260" r:id="rId4"/>
    <p:sldId id="562" r:id="rId5"/>
    <p:sldId id="564" r:id="rId6"/>
    <p:sldId id="566" r:id="rId7"/>
    <p:sldId id="563" r:id="rId8"/>
    <p:sldId id="565" r:id="rId9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77500" lnSpcReduction="2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CFL11: Half-Duplex Sensor (DHT11 and MQ135) Data Transmission Using LoRa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388" y="3200400"/>
            <a:ext cx="3435835" cy="3155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Data Transmission Using LoRa Using Button, Pot, Buzzer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0862" y="5011792"/>
            <a:ext cx="1295951" cy="1278398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2AE516-4384-34EA-8F8B-B65F9DD73B1F}"/>
              </a:ext>
            </a:extLst>
          </p:cNvPr>
          <p:cNvSpPr txBox="1"/>
          <p:nvPr/>
        </p:nvSpPr>
        <p:spPr>
          <a:xfrm>
            <a:off x="2209799" y="2603281"/>
            <a:ext cx="269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A: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4BF249-7BAF-B7D4-2E78-7323EF91D2C5}"/>
              </a:ext>
            </a:extLst>
          </p:cNvPr>
          <p:cNvSpPr txBox="1"/>
          <p:nvPr/>
        </p:nvSpPr>
        <p:spPr>
          <a:xfrm>
            <a:off x="8694387" y="2418615"/>
            <a:ext cx="2132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B: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D7D4A98-ACC2-B9D1-3EE7-6FC9219D2261}"/>
              </a:ext>
            </a:extLst>
          </p:cNvPr>
          <p:cNvCxnSpPr/>
          <p:nvPr/>
        </p:nvCxnSpPr>
        <p:spPr>
          <a:xfrm>
            <a:off x="6758609" y="2186609"/>
            <a:ext cx="0" cy="435230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512B6B0-321F-F9A2-EAB2-356A92E80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90" y="3043106"/>
            <a:ext cx="1685014" cy="15573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A39225-5FF0-7E73-3F8A-01CD45120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412" y="3043106"/>
            <a:ext cx="1685014" cy="155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21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F23F-3CF4-8C13-63A0-A2BBD18F6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Data Transmission Using LoRa Using Button, Pot, Buzzer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4A405-BA4A-3E38-A3C2-9177C26E7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518016-5231-3A98-4B18-BB4246751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3F88FA-7282-74D8-DE62-683CDCFBB576}"/>
              </a:ext>
            </a:extLst>
          </p:cNvPr>
          <p:cNvSpPr txBox="1"/>
          <p:nvPr/>
        </p:nvSpPr>
        <p:spPr>
          <a:xfrm>
            <a:off x="838200" y="1829931"/>
            <a:ext cx="4984955" cy="470898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Initialize Serial monitor</a:t>
            </a:r>
          </a:p>
          <a:p>
            <a:r>
              <a:rPr lang="en-GB" sz="1200" dirty="0"/>
              <a:t>    • Initialize OLED display and show startup text</a:t>
            </a:r>
          </a:p>
          <a:p>
            <a:r>
              <a:rPr lang="en-GB" sz="1200" dirty="0"/>
              <a:t>    • Configure LED, buzzer, button, and potentiometer pins</a:t>
            </a:r>
          </a:p>
          <a:p>
            <a:r>
              <a:rPr lang="en-GB" sz="1200" dirty="0"/>
              <a:t>    • Initialize LoRa module at 433 MHz</a:t>
            </a:r>
          </a:p>
          <a:p>
            <a:r>
              <a:rPr lang="en-GB" sz="1200" dirty="0"/>
              <a:t>    • Display “LoRa ready”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Check button press (with debounce)</a:t>
            </a:r>
          </a:p>
          <a:p>
            <a:r>
              <a:rPr lang="en-GB" sz="1200" dirty="0"/>
              <a:t>    • If button pressed → read potentiometer and send LoRa message</a:t>
            </a:r>
          </a:p>
          <a:p>
            <a:r>
              <a:rPr lang="en-GB" sz="1200" dirty="0"/>
              <a:t>    • Check for incoming LoRa packets</a:t>
            </a:r>
          </a:p>
          <a:p>
            <a:r>
              <a:rPr lang="en-GB" sz="1200" dirty="0"/>
              <a:t>    • If message received → display it on OLED and activate LED + buzzer alert</a:t>
            </a:r>
          </a:p>
          <a:p>
            <a:endParaRPr lang="en-GB" sz="1200" dirty="0"/>
          </a:p>
          <a:p>
            <a:r>
              <a:rPr lang="en-GB" sz="1200" dirty="0" err="1"/>
              <a:t>sendMessage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Read potentiometer value</a:t>
            </a:r>
          </a:p>
          <a:p>
            <a:r>
              <a:rPr lang="en-GB" sz="1200" dirty="0"/>
              <a:t>    • Create message (“</a:t>
            </a:r>
            <a:r>
              <a:rPr lang="en-GB" sz="1200" dirty="0" err="1"/>
              <a:t>POT:value</a:t>
            </a:r>
            <a:r>
              <a:rPr lang="en-GB" sz="1200" dirty="0"/>
              <a:t>”)</a:t>
            </a:r>
          </a:p>
          <a:p>
            <a:r>
              <a:rPr lang="en-GB" sz="1200" dirty="0"/>
              <a:t>    • Transmit message using LoRa</a:t>
            </a:r>
          </a:p>
          <a:p>
            <a:r>
              <a:rPr lang="en-GB" sz="1200" dirty="0"/>
              <a:t>    • Show sent message on OLED</a:t>
            </a:r>
          </a:p>
          <a:p>
            <a:endParaRPr lang="en-GB" sz="1200" dirty="0"/>
          </a:p>
          <a:p>
            <a:r>
              <a:rPr lang="en-GB" sz="1200" dirty="0" err="1"/>
              <a:t>displayMessage</a:t>
            </a:r>
            <a:r>
              <a:rPr lang="en-GB" sz="1200" dirty="0"/>
              <a:t>(</a:t>
            </a:r>
            <a:r>
              <a:rPr lang="en-GB" sz="1200" dirty="0" err="1"/>
              <a:t>msg</a:t>
            </a:r>
            <a:r>
              <a:rPr lang="en-GB" sz="1200" dirty="0"/>
              <a:t>)</a:t>
            </a:r>
          </a:p>
          <a:p>
            <a:r>
              <a:rPr lang="en-GB" sz="1200" dirty="0"/>
              <a:t>    • Print received message to Serial</a:t>
            </a:r>
          </a:p>
          <a:p>
            <a:r>
              <a:rPr lang="en-GB" sz="1200" dirty="0"/>
              <a:t>    • Show received message on OLED</a:t>
            </a:r>
          </a:p>
          <a:p>
            <a:endParaRPr lang="en-GB" sz="1200" dirty="0"/>
          </a:p>
          <a:p>
            <a:r>
              <a:rPr lang="en-GB" sz="1200" dirty="0" err="1"/>
              <a:t>notifyUser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Blink LED and buzz buzzer briefly to signal new message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CB211-A557-34BD-2B23-FB5B098D7F20}"/>
              </a:ext>
            </a:extLst>
          </p:cNvPr>
          <p:cNvSpPr txBox="1"/>
          <p:nvPr/>
        </p:nvSpPr>
        <p:spPr>
          <a:xfrm>
            <a:off x="6368845" y="1829931"/>
            <a:ext cx="4984955" cy="470898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Initialize Serial communication</a:t>
            </a:r>
          </a:p>
          <a:p>
            <a:r>
              <a:rPr lang="en-GB" sz="1200" dirty="0"/>
              <a:t>    • Initialize OLED and show startup text</a:t>
            </a:r>
          </a:p>
          <a:p>
            <a:r>
              <a:rPr lang="en-GB" sz="1200" dirty="0"/>
              <a:t>    • Configure LED, buzzer, button (pull-up), and potentiometer pins</a:t>
            </a:r>
          </a:p>
          <a:p>
            <a:r>
              <a:rPr lang="en-GB" sz="1200" dirty="0"/>
              <a:t>    • Initialize LoRa module at 433 MHz using custom SPI pins</a:t>
            </a:r>
          </a:p>
          <a:p>
            <a:r>
              <a:rPr lang="en-GB" sz="1200" dirty="0"/>
              <a:t>    • Display “LoRa ready”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Read button state and apply debounce</a:t>
            </a:r>
          </a:p>
          <a:p>
            <a:r>
              <a:rPr lang="en-GB" sz="1200" dirty="0"/>
              <a:t>    • If button is pressed → read potentiometer value and send LoRa message</a:t>
            </a:r>
          </a:p>
          <a:p>
            <a:r>
              <a:rPr lang="en-GB" sz="1200" dirty="0"/>
              <a:t>    • Check for incoming LoRa packets</a:t>
            </a:r>
          </a:p>
          <a:p>
            <a:r>
              <a:rPr lang="en-GB" sz="1200" dirty="0"/>
              <a:t>    • If a message is received → show it on OLED and trigger LED + buzzer alert</a:t>
            </a:r>
          </a:p>
          <a:p>
            <a:endParaRPr lang="en-GB" sz="1200" dirty="0"/>
          </a:p>
          <a:p>
            <a:r>
              <a:rPr lang="en-GB" sz="1200" dirty="0" err="1"/>
              <a:t>sendMessage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Read potentiometer value</a:t>
            </a:r>
          </a:p>
          <a:p>
            <a:r>
              <a:rPr lang="en-GB" sz="1200" dirty="0"/>
              <a:t>    • Create message “</a:t>
            </a:r>
            <a:r>
              <a:rPr lang="en-GB" sz="1200" dirty="0" err="1"/>
              <a:t>POT:value</a:t>
            </a:r>
            <a:r>
              <a:rPr lang="en-GB" sz="1200" dirty="0"/>
              <a:t>”</a:t>
            </a:r>
          </a:p>
          <a:p>
            <a:r>
              <a:rPr lang="en-GB" sz="1200" dirty="0"/>
              <a:t>    • Send message via LoRa</a:t>
            </a:r>
          </a:p>
          <a:p>
            <a:r>
              <a:rPr lang="en-GB" sz="1200" dirty="0"/>
              <a:t>    • Display sent message on OLED</a:t>
            </a:r>
          </a:p>
          <a:p>
            <a:endParaRPr lang="en-GB" sz="1200" dirty="0"/>
          </a:p>
          <a:p>
            <a:r>
              <a:rPr lang="en-GB" sz="1200" dirty="0" err="1"/>
              <a:t>displayMessage</a:t>
            </a:r>
            <a:r>
              <a:rPr lang="en-GB" sz="1200" dirty="0"/>
              <a:t>(</a:t>
            </a:r>
            <a:r>
              <a:rPr lang="en-GB" sz="1200" dirty="0" err="1"/>
              <a:t>msg</a:t>
            </a:r>
            <a:r>
              <a:rPr lang="en-GB" sz="1200" dirty="0"/>
              <a:t>)</a:t>
            </a:r>
          </a:p>
          <a:p>
            <a:r>
              <a:rPr lang="en-GB" sz="1200" dirty="0"/>
              <a:t>    • Print message to Serial</a:t>
            </a:r>
          </a:p>
          <a:p>
            <a:r>
              <a:rPr lang="en-GB" sz="1200" dirty="0"/>
              <a:t>    • Show received message on OLED</a:t>
            </a:r>
          </a:p>
          <a:p>
            <a:endParaRPr lang="en-GB" sz="1200" dirty="0"/>
          </a:p>
          <a:p>
            <a:r>
              <a:rPr lang="en-GB" sz="1200" dirty="0" err="1"/>
              <a:t>notifyUser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Flash LED and buzzer briefly to indicate new message</a:t>
            </a:r>
          </a:p>
        </p:txBody>
      </p:sp>
    </p:spTree>
    <p:extLst>
      <p:ext uri="{BB962C8B-B14F-4D97-AF65-F5344CB8AC3E}">
        <p14:creationId xmlns:p14="http://schemas.microsoft.com/office/powerpoint/2010/main" val="990922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20DFA-D898-CBD7-5BEE-EF3266AD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Data Transmission Using LoRa Using Button, Pot, Buzzer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4D3CF-49B8-39A9-5809-5681425CE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32F40D-1220-6E51-3168-622666DEA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6D2C5B-9536-31F3-7297-ED49D6896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23997"/>
            <a:ext cx="6569009" cy="22176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9F1E6A-CC6F-7DF8-753B-3AD49902E3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5" y="3941609"/>
            <a:ext cx="4916128" cy="2765323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2392CD4E-994A-4B6A-4C39-950D48F9AE4A}"/>
              </a:ext>
            </a:extLst>
          </p:cNvPr>
          <p:cNvSpPr txBox="1"/>
          <p:nvPr/>
        </p:nvSpPr>
        <p:spPr bwMode="auto">
          <a:xfrm>
            <a:off x="671051" y="5433020"/>
            <a:ext cx="56805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CFL10 (</a:t>
            </a:r>
            <a:r>
              <a:rPr lang="fr-FR" b="1" dirty="0"/>
              <a:t>CFL11_Half_Duplex_LoRa_DHT_Pollution_ESP32_A</a:t>
            </a:r>
            <a:r>
              <a:rPr lang="en-GB" b="1" dirty="0"/>
              <a:t>.ino)</a:t>
            </a:r>
          </a:p>
          <a:p>
            <a:pPr>
              <a:defRPr/>
            </a:pPr>
            <a:r>
              <a:rPr lang="en-US" b="1" dirty="0"/>
              <a:t>(</a:t>
            </a:r>
            <a:r>
              <a:rPr lang="fr-FR" b="1" dirty="0"/>
              <a:t>CFL11_Half_Duplex_LoRa_DHT_Pollution_ESP32_B</a:t>
            </a:r>
            <a:r>
              <a:rPr lang="en-US" b="1" dirty="0"/>
              <a:t>.ino)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145673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96E72-0B0B-CDBB-1F09-4A362B91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Sensor (DHT11 and MQ135) Data Transmission Using LoRa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43EE1-C55B-EDA5-1AEB-C7C6B2E97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869383-FB0E-2885-0551-FC2C42D86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F62DB672-4B30-1659-2DB8-F5570F4282B2}"/>
              </a:ext>
            </a:extLst>
          </p:cNvPr>
          <p:cNvSpPr txBox="1"/>
          <p:nvPr/>
        </p:nvSpPr>
        <p:spPr bwMode="auto">
          <a:xfrm>
            <a:off x="671051" y="5433020"/>
            <a:ext cx="56805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CFL10 (</a:t>
            </a:r>
            <a:r>
              <a:rPr lang="fr-FR" b="1" dirty="0"/>
              <a:t>CFL11_Half_Duplex_LoRa_DHT_Pollution_ESP32_A</a:t>
            </a:r>
            <a:r>
              <a:rPr lang="en-GB" b="1" dirty="0"/>
              <a:t>.ino)</a:t>
            </a:r>
          </a:p>
          <a:p>
            <a:pPr>
              <a:defRPr/>
            </a:pPr>
            <a:r>
              <a:rPr lang="en-US" b="1" dirty="0"/>
              <a:t>(</a:t>
            </a:r>
            <a:r>
              <a:rPr lang="fr-FR" b="1" dirty="0"/>
              <a:t>CFL11_Half_Duplex_LoRa_DHT_Pollution_ESP32_B</a:t>
            </a:r>
            <a:r>
              <a:rPr lang="en-US" b="1" dirty="0"/>
              <a:t>.ino)</a:t>
            </a:r>
            <a:endParaRPr lang="en-GB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94D287-FD8C-3A2B-0CDB-A5FC6263F567}"/>
              </a:ext>
            </a:extLst>
          </p:cNvPr>
          <p:cNvSpPr txBox="1"/>
          <p:nvPr/>
        </p:nvSpPr>
        <p:spPr>
          <a:xfrm>
            <a:off x="1053280" y="1690688"/>
            <a:ext cx="4916129" cy="489364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Start Serial communication</a:t>
            </a:r>
          </a:p>
          <a:p>
            <a:r>
              <a:rPr lang="en-GB" sz="1200" dirty="0"/>
              <a:t>    • Configure button, LED, and buzzer pins</a:t>
            </a:r>
          </a:p>
          <a:p>
            <a:r>
              <a:rPr lang="en-GB" sz="1200" dirty="0"/>
              <a:t>    • Initialize OLED and display “Node A: TX”</a:t>
            </a:r>
          </a:p>
          <a:p>
            <a:r>
              <a:rPr lang="en-GB" sz="1200" dirty="0"/>
              <a:t>    • Initialize DHT11 and MQ135 sensors</a:t>
            </a:r>
          </a:p>
          <a:p>
            <a:r>
              <a:rPr lang="en-GB" sz="1200" dirty="0"/>
              <a:t>    • Initialize LoRa module with custom SPI pins</a:t>
            </a:r>
          </a:p>
          <a:p>
            <a:r>
              <a:rPr lang="en-GB" sz="1200" dirty="0"/>
              <a:t>    • Display “LoRa OK”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Check button press with debounce</a:t>
            </a:r>
          </a:p>
          <a:p>
            <a:r>
              <a:rPr lang="en-GB" sz="1200" dirty="0"/>
              <a:t>    • If button is pressed → read sensors and send LoRa message</a:t>
            </a:r>
          </a:p>
          <a:p>
            <a:r>
              <a:rPr lang="en-GB" sz="1200" dirty="0"/>
              <a:t>    • Continuously listen for LoRa replies from Node B</a:t>
            </a:r>
          </a:p>
          <a:p>
            <a:r>
              <a:rPr lang="en-GB" sz="1200" dirty="0"/>
              <a:t>    • If a reply is received → display it on OLED and alert user (LED + buzzer)</a:t>
            </a:r>
          </a:p>
          <a:p>
            <a:endParaRPr lang="en-GB" sz="1200" dirty="0"/>
          </a:p>
          <a:p>
            <a:r>
              <a:rPr lang="en-GB" sz="1200" dirty="0" err="1"/>
              <a:t>sendSensorData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Read temperature (DHT11), humidity, and air quality (MQ135)</a:t>
            </a:r>
          </a:p>
          <a:p>
            <a:r>
              <a:rPr lang="en-GB" sz="1200" dirty="0"/>
              <a:t>    • Format message: “</a:t>
            </a:r>
            <a:r>
              <a:rPr lang="en-GB" sz="1200" dirty="0" err="1"/>
              <a:t>Temp:X</a:t>
            </a:r>
            <a:r>
              <a:rPr lang="en-GB" sz="1200" dirty="0"/>
              <a:t> </a:t>
            </a:r>
            <a:r>
              <a:rPr lang="en-GB" sz="1200" dirty="0" err="1"/>
              <a:t>Hum:Y</a:t>
            </a:r>
            <a:r>
              <a:rPr lang="en-GB" sz="1200" dirty="0"/>
              <a:t> MQ135:Z”</a:t>
            </a:r>
          </a:p>
          <a:p>
            <a:r>
              <a:rPr lang="en-GB" sz="1200" dirty="0"/>
              <a:t>    • Send message via LoRa</a:t>
            </a:r>
          </a:p>
          <a:p>
            <a:r>
              <a:rPr lang="en-GB" sz="1200" dirty="0"/>
              <a:t>    • Show sent message on OLED</a:t>
            </a:r>
          </a:p>
          <a:p>
            <a:endParaRPr lang="en-GB" sz="1200" dirty="0"/>
          </a:p>
          <a:p>
            <a:r>
              <a:rPr lang="en-GB" sz="1200" dirty="0" err="1"/>
              <a:t>displayReceived</a:t>
            </a:r>
            <a:r>
              <a:rPr lang="en-GB" sz="1200" dirty="0"/>
              <a:t>(</a:t>
            </a:r>
            <a:r>
              <a:rPr lang="en-GB" sz="1200" dirty="0" err="1"/>
              <a:t>msg</a:t>
            </a:r>
            <a:r>
              <a:rPr lang="en-GB" sz="1200" dirty="0"/>
              <a:t>)</a:t>
            </a:r>
          </a:p>
          <a:p>
            <a:r>
              <a:rPr lang="en-GB" sz="1200" dirty="0"/>
              <a:t>    • Print received reply to Serial</a:t>
            </a:r>
          </a:p>
          <a:p>
            <a:r>
              <a:rPr lang="en-GB" sz="1200" dirty="0"/>
              <a:t>    • Display reply on OLED</a:t>
            </a:r>
          </a:p>
          <a:p>
            <a:endParaRPr lang="en-GB" sz="1200" dirty="0"/>
          </a:p>
          <a:p>
            <a:r>
              <a:rPr lang="en-GB" sz="1200" dirty="0" err="1"/>
              <a:t>alertUser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Flash LED and buzzer briefly to indicate message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0EEAEF-87D9-4377-CA03-4D7C60C311C0}"/>
              </a:ext>
            </a:extLst>
          </p:cNvPr>
          <p:cNvSpPr txBox="1"/>
          <p:nvPr/>
        </p:nvSpPr>
        <p:spPr>
          <a:xfrm>
            <a:off x="6222591" y="1690688"/>
            <a:ext cx="5004619" cy="526297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Start Serial communication</a:t>
            </a:r>
          </a:p>
          <a:p>
            <a:r>
              <a:rPr lang="en-GB" sz="1200" dirty="0"/>
              <a:t>    • Configure potentiometer, button, LED, and buzzer pins</a:t>
            </a:r>
          </a:p>
          <a:p>
            <a:r>
              <a:rPr lang="en-GB" sz="1200" dirty="0"/>
              <a:t>    • Initialize OLED and display “Node B: RX”</a:t>
            </a:r>
          </a:p>
          <a:p>
            <a:r>
              <a:rPr lang="en-GB" sz="1200" dirty="0"/>
              <a:t>    • Initialize LoRa module at 433 MHz with custom SPI pins</a:t>
            </a:r>
          </a:p>
          <a:p>
            <a:r>
              <a:rPr lang="en-GB" sz="1200" dirty="0"/>
              <a:t>    • Display “LoRa OK”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Continuously listen for LoRa packets from Node A</a:t>
            </a:r>
          </a:p>
          <a:p>
            <a:r>
              <a:rPr lang="en-GB" sz="1200" dirty="0"/>
              <a:t>    • When a packet arrives:</a:t>
            </a:r>
          </a:p>
          <a:p>
            <a:r>
              <a:rPr lang="en-GB" sz="1200" dirty="0"/>
              <a:t>          - Read message</a:t>
            </a:r>
          </a:p>
          <a:p>
            <a:r>
              <a:rPr lang="en-GB" sz="1200" dirty="0"/>
              <a:t>          - Display it on OLED</a:t>
            </a:r>
          </a:p>
          <a:p>
            <a:r>
              <a:rPr lang="en-GB" sz="1200" dirty="0"/>
              <a:t>          - Alert user using LED + buzzer</a:t>
            </a:r>
          </a:p>
          <a:p>
            <a:r>
              <a:rPr lang="en-GB" sz="1200" dirty="0"/>
              <a:t>    • Check button press with debounce</a:t>
            </a:r>
          </a:p>
          <a:p>
            <a:r>
              <a:rPr lang="en-GB" sz="1200" dirty="0"/>
              <a:t>    • If button is pressed → read potentiometer and send reply back to Node A</a:t>
            </a:r>
          </a:p>
          <a:p>
            <a:endParaRPr lang="en-GB" sz="1200" dirty="0"/>
          </a:p>
          <a:p>
            <a:r>
              <a:rPr lang="en-GB" sz="1200" dirty="0" err="1"/>
              <a:t>displayIncoming</a:t>
            </a:r>
            <a:r>
              <a:rPr lang="en-GB" sz="1200" dirty="0"/>
              <a:t>(</a:t>
            </a:r>
            <a:r>
              <a:rPr lang="en-GB" sz="1200" dirty="0" err="1"/>
              <a:t>msg</a:t>
            </a:r>
            <a:r>
              <a:rPr lang="en-GB" sz="1200" dirty="0"/>
              <a:t>)</a:t>
            </a:r>
          </a:p>
          <a:p>
            <a:r>
              <a:rPr lang="en-GB" sz="1200" dirty="0"/>
              <a:t>    • Print received message to Serial</a:t>
            </a:r>
          </a:p>
          <a:p>
            <a:r>
              <a:rPr lang="en-GB" sz="1200" dirty="0"/>
              <a:t>    • Show “Data from Node A” and the message on OLED</a:t>
            </a:r>
          </a:p>
          <a:p>
            <a:endParaRPr lang="en-GB" sz="1200" dirty="0"/>
          </a:p>
          <a:p>
            <a:r>
              <a:rPr lang="en-GB" sz="1200" dirty="0" err="1"/>
              <a:t>sendPotValue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Read analogue potentiometer value</a:t>
            </a:r>
          </a:p>
          <a:p>
            <a:r>
              <a:rPr lang="en-GB" sz="1200" dirty="0"/>
              <a:t>    • Format reply message “Pot:&lt;value&gt;”</a:t>
            </a:r>
          </a:p>
          <a:p>
            <a:r>
              <a:rPr lang="en-GB" sz="1200" dirty="0"/>
              <a:t>    • Transmit reply via LoRa</a:t>
            </a:r>
          </a:p>
          <a:p>
            <a:r>
              <a:rPr lang="en-GB" sz="1200" dirty="0"/>
              <a:t>    • Display sent message on OLED</a:t>
            </a:r>
          </a:p>
          <a:p>
            <a:endParaRPr lang="en-GB" sz="1200" dirty="0"/>
          </a:p>
          <a:p>
            <a:r>
              <a:rPr lang="en-GB" sz="1200" dirty="0" err="1"/>
              <a:t>alertUser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Flash LED and buzzer briefly when a new message arrives</a:t>
            </a:r>
          </a:p>
        </p:txBody>
      </p:sp>
    </p:spTree>
    <p:extLst>
      <p:ext uri="{BB962C8B-B14F-4D97-AF65-F5344CB8AC3E}">
        <p14:creationId xmlns:p14="http://schemas.microsoft.com/office/powerpoint/2010/main" val="2962829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20FB-8719-3CA7-387E-2724C548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Sensor (DHT11 and MQ135) Data Transmission Using LoRa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2315F-F912-2C0F-72C2-E9B50291C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394ACF-F9DD-701D-E033-E9C2EB7B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CA39C6-8FDE-4B17-E4A1-78E7F0C2F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192" y="2806771"/>
            <a:ext cx="6340389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639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CFL11: Half-Duplex Sensor (DHT11 and MQ135) Data Transmission Using LoRa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9</a:t>
            </a:fld>
            <a:endParaRPr lang="en-GB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77B3E1-7792-DA92-DF18-B5ECF37D38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428386"/>
              </p:ext>
            </p:extLst>
          </p:nvPr>
        </p:nvGraphicFramePr>
        <p:xfrm>
          <a:off x="990600" y="1754875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DHT11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3A5185-5ED7-B37D-FDEF-AECB05EE2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121229"/>
              </p:ext>
            </p:extLst>
          </p:nvPr>
        </p:nvGraphicFramePr>
        <p:xfrm>
          <a:off x="990600" y="3425785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MQ-135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FAA905F-8C06-692D-6309-53F58E98D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92" y="1392750"/>
            <a:ext cx="7569084" cy="3978500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04F1D016-2C71-4AE1-A24A-A8C545760852}"/>
              </a:ext>
            </a:extLst>
          </p:cNvPr>
          <p:cNvSpPr txBox="1"/>
          <p:nvPr/>
        </p:nvSpPr>
        <p:spPr bwMode="auto">
          <a:xfrm>
            <a:off x="990600" y="5323145"/>
            <a:ext cx="5003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CFL11 (</a:t>
            </a:r>
            <a:r>
              <a:rPr lang="fr-FR" b="1" dirty="0"/>
              <a:t>CFL11_LoRa_Half_Dulex_DHT11_MQ135_Rx</a:t>
            </a:r>
            <a:r>
              <a:rPr lang="en-GB" b="1" dirty="0"/>
              <a:t>.ino)</a:t>
            </a:r>
          </a:p>
          <a:p>
            <a:pPr>
              <a:defRPr/>
            </a:pPr>
            <a:r>
              <a:rPr lang="en-US" b="1" dirty="0"/>
              <a:t>(CFL11_LoRa_Half_Dulex_DHT11_MQ135_Tx.ino)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</TotalTime>
  <Words>1015</Words>
  <Application>Microsoft Office PowerPoint</Application>
  <PresentationFormat>Widescreen</PresentationFormat>
  <Paragraphs>179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CFL11: Half-Duplex Data Transmission Using LoRa Using Button, Pot, Buzzer</vt:lpstr>
      <vt:lpstr>CFL11: Half-Duplex Data Transmission Using LoRa Using Button, Pot, Buzzer</vt:lpstr>
      <vt:lpstr>CFL11: Half-Duplex Data Transmission Using LoRa Using Button, Pot, Buzzer</vt:lpstr>
      <vt:lpstr>CFL11: Half-Duplex Sensor (DHT11 and MQ135) Data Transmission Using LoRa</vt:lpstr>
      <vt:lpstr>CFL11: Half-Duplex Sensor (DHT11 and MQ135) Data Transmission Using LoRa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53</cp:revision>
  <dcterms:created xsi:type="dcterms:W3CDTF">2025-12-15T19:48:42Z</dcterms:created>
  <dcterms:modified xsi:type="dcterms:W3CDTF">2026-01-07T13:09:24Z</dcterms:modified>
</cp:coreProperties>
</file>