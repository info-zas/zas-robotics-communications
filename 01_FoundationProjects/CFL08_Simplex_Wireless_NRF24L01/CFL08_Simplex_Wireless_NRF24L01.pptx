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561" r:id="rId3"/>
    <p:sldId id="260" r:id="rId4"/>
    <p:sldId id="257" r:id="rId5"/>
    <p:sldId id="562" r:id="rId6"/>
    <p:sldId id="270" r:id="rId7"/>
    <p:sldId id="563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github.com/info-zas/zas-robotics-communications/blob/main/01_FoundationProjects/CFL08_Simplex_Wireless_NRF24L01/CFL08_Simplex_Wireless_NRF24L01_Receiver/CFL08_Simplex_Wireless_NRF24L01_Receiver.ino" TargetMode="External"/><Relationship Id="rId4" Type="http://schemas.openxmlformats.org/officeDocument/2006/relationships/hyperlink" Target="https://github.com/info-zas/zas-robotics-communications/blob/main/01_FoundationProjects/CFL08_Simplex_Wireless_NRF24L01/CFL08_Simplex_Wireless_NRF24L01_Transmitter/CFL08_Simplex_Wireless_NRF24L01_Transmitter.in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CFL08: Simplex Wireless Communication Using NRF24L01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0B3ED8-5EED-1339-5066-45A29E38DB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66" y="2212257"/>
            <a:ext cx="3719498" cy="34165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CFL08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Simplex Wireless Communication Using NRF24L01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39" y="5273438"/>
            <a:ext cx="1246116" cy="12292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D09F14-4E69-9B19-B26D-3CEC5F154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2251524" y="5364908"/>
            <a:ext cx="1535742" cy="1229238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2AE42B05-93D9-F268-8501-BB3681AFC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440" y="1921013"/>
            <a:ext cx="3719498" cy="3416505"/>
          </a:xfrm>
          <a:prstGeom prst="rect">
            <a:avLst/>
          </a:prstGeom>
        </p:spPr>
      </p:pic>
      <p:pic>
        <p:nvPicPr>
          <p:cNvPr id="7" name="Picture 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CE5DCC09-AE8C-3DC8-5E55-708E052978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8440" y="5362952"/>
            <a:ext cx="1246116" cy="12292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C125A4-BD7B-C487-DA87-BFE852099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9253025" y="5454422"/>
            <a:ext cx="1535742" cy="122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8CC77-426A-0665-FB25-C58F87DE6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CFL09 : What is Simplex and Duplex Communication?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CAAAE-4209-BA20-624F-17D6B6A7B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Communication in electronics can be:</a:t>
            </a:r>
          </a:p>
          <a:p>
            <a:pPr lvl="1"/>
            <a:r>
              <a:rPr lang="en-GB" b="1" dirty="0"/>
              <a:t>Simplex</a:t>
            </a:r>
            <a:r>
              <a:rPr lang="en-GB" dirty="0"/>
              <a:t>: One-way</a:t>
            </a:r>
          </a:p>
          <a:p>
            <a:pPr lvl="2"/>
            <a:r>
              <a:rPr lang="en-US" b="1" dirty="0"/>
              <a:t>Definition</a:t>
            </a:r>
            <a:r>
              <a:rPr lang="en-US" dirty="0"/>
              <a:t>: Data flows in only one direction</a:t>
            </a:r>
          </a:p>
          <a:p>
            <a:pPr lvl="2"/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ESP32-A sends sensor data</a:t>
            </a:r>
          </a:p>
          <a:p>
            <a:pPr lvl="2"/>
            <a:r>
              <a:rPr lang="en-US" dirty="0"/>
              <a:t>ESP32-B only receives</a:t>
            </a:r>
          </a:p>
          <a:p>
            <a:pPr lvl="2"/>
            <a:r>
              <a:rPr lang="en-GB" b="1" dirty="0"/>
              <a:t>Real-world analogy</a:t>
            </a:r>
            <a:r>
              <a:rPr lang="en-GB" dirty="0"/>
              <a:t>: TV broadcast</a:t>
            </a:r>
          </a:p>
          <a:p>
            <a:pPr lvl="1"/>
            <a:r>
              <a:rPr lang="en-US" b="1" dirty="0"/>
              <a:t>Duplex</a:t>
            </a:r>
            <a:r>
              <a:rPr lang="en-US" dirty="0"/>
              <a:t>: Two-way (Half or Full)</a:t>
            </a:r>
          </a:p>
          <a:p>
            <a:pPr lvl="2"/>
            <a:r>
              <a:rPr lang="en-US" b="1" dirty="0"/>
              <a:t>Definition</a:t>
            </a:r>
            <a:r>
              <a:rPr lang="en-US" dirty="0"/>
              <a:t>: Data flows in both directions</a:t>
            </a:r>
          </a:p>
          <a:p>
            <a:pPr lvl="2"/>
            <a:r>
              <a:rPr lang="en-US" b="1" dirty="0"/>
              <a:t>Types</a:t>
            </a:r>
            <a:r>
              <a:rPr lang="en-US" dirty="0"/>
              <a:t>:</a:t>
            </a:r>
          </a:p>
          <a:p>
            <a:pPr lvl="2"/>
            <a:r>
              <a:rPr lang="en-US" b="1" u="sng" dirty="0"/>
              <a:t>Half-Duplex</a:t>
            </a:r>
            <a:r>
              <a:rPr lang="en-US" u="sng" dirty="0"/>
              <a:t>: </a:t>
            </a:r>
            <a:r>
              <a:rPr lang="en-US" dirty="0"/>
              <a:t>One direction at a time (walkie-talkie)</a:t>
            </a:r>
          </a:p>
          <a:p>
            <a:pPr lvl="2"/>
            <a:r>
              <a:rPr lang="en-US" b="1" dirty="0"/>
              <a:t>Full-Duplex</a:t>
            </a:r>
            <a:r>
              <a:rPr lang="en-US" dirty="0"/>
              <a:t>: Both directions at the same time (phone call)</a:t>
            </a:r>
            <a:r>
              <a:rPr lang="en-US" b="1" dirty="0"/>
              <a:t> </a:t>
            </a:r>
          </a:p>
          <a:p>
            <a:pPr lvl="1"/>
            <a:r>
              <a:rPr lang="en-US" b="1" u="sng" dirty="0"/>
              <a:t>In Microcontrollers:</a:t>
            </a:r>
            <a:r>
              <a:rPr lang="en-US" u="sng" dirty="0"/>
              <a:t> Usually implement </a:t>
            </a:r>
            <a:r>
              <a:rPr lang="en-US" b="1" u="sng" dirty="0"/>
              <a:t>Half-Duplex</a:t>
            </a:r>
            <a:endParaRPr lang="en-US" u="sng" dirty="0"/>
          </a:p>
          <a:p>
            <a:pPr lvl="4"/>
            <a:endParaRPr lang="en-US" dirty="0"/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719E2-D791-0210-01B8-F1113195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0C779-91BE-9A26-9441-92CFCAC34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61F19542-F1F5-1C75-5323-E54A82EC7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471" y="3170137"/>
            <a:ext cx="2331922" cy="655377"/>
          </a:xfrm>
          <a:prstGeom prst="rect">
            <a:avLst/>
          </a:prstGeom>
        </p:spPr>
      </p:pic>
      <p:pic>
        <p:nvPicPr>
          <p:cNvPr id="10" name="Picture 9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5CEF691F-B09A-21E3-1B54-5244B7E25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432" y="4536378"/>
            <a:ext cx="2834886" cy="929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5320C8-62FB-3FDE-B36E-2D7AD8FF1F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676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US" sz="4000" b="1" dirty="0">
                <a:solidFill>
                  <a:srgbClr val="FF3300"/>
                </a:solidFill>
              </a:rPr>
              <a:t>CFL08: Simplex Wireless Communication Using NRF24L01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2496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Transmitter/Sender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9B05FED-8B02-D379-5447-B6EBA5262808}"/>
              </a:ext>
            </a:extLst>
          </p:cNvPr>
          <p:cNvSpPr/>
          <p:nvPr/>
        </p:nvSpPr>
        <p:spPr>
          <a:xfrm>
            <a:off x="5863083" y="4011161"/>
            <a:ext cx="816078" cy="3543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EF72A3C-5326-BC75-4065-9D4505D79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854A4-A755-BC87-6DEA-E929C5DA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>
                <a:solidFill>
                  <a:srgbClr val="FF3300"/>
                </a:solidFill>
              </a:rPr>
            </a:br>
            <a:r>
              <a:rPr lang="en-US" b="1">
                <a:solidFill>
                  <a:srgbClr val="FF3300"/>
                </a:solidFill>
              </a:rPr>
              <a:t>CFL08</a:t>
            </a:r>
            <a:r>
              <a:rPr lang="en-US" b="1" dirty="0">
                <a:solidFill>
                  <a:srgbClr val="FF3300"/>
                </a:solidFill>
              </a:rPr>
              <a:t>: Simplex Wireless Communication Using NRF24L01</a:t>
            </a:r>
            <a:br>
              <a:rPr lang="en-GB" b="1" dirty="0">
                <a:solidFill>
                  <a:srgbClr val="FF3300"/>
                </a:solidFill>
                <a:ea typeface="Calibri Light"/>
                <a:cs typeface="Calibri Light"/>
              </a:rPr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C036D-6EB7-8B64-FC5A-9F0B98C26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56E48-A08D-75A4-C31B-E69172B5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9F3CBD-36A3-3CD5-F266-CCDCB2B9A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877812" y="-321469"/>
            <a:ext cx="3523628" cy="829088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C7150335-6932-42AB-CA15-90026DD90B9D}"/>
              </a:ext>
            </a:extLst>
          </p:cNvPr>
          <p:cNvSpPr/>
          <p:nvPr/>
        </p:nvSpPr>
        <p:spPr>
          <a:xfrm>
            <a:off x="5303755" y="3895899"/>
            <a:ext cx="894201" cy="25523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DB6067-EF60-EFE5-EFDA-F11C743BBA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09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453060" y="1203736"/>
            <a:ext cx="4925186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– Transmitter &amp; Receiver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1. Setup Transmitter &amp; Receiver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Configure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+ NRF24L01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on SPI pins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Connect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feedback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Set matching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radio address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TX/RX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2. NRF24 Communication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Transmitter Side (TX)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reads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potentiometer value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Formats message as: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PotValue:XXXX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Sends packet using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@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(32-byte payload)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shows: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“Sent: XXXX”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Uses SPI pins (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CE, CSN, SCK, MOSI, MISO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)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 Wireless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Short-range,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high-speed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radio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Ideal for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robot-to-robot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, remote sensors, wireless controllers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auto-acknowledge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Supports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multiple nodes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via unique radio addresses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Receiver Side (RX)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detects packets using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radio.available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Reads data with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radio.read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Extracts potentiometer value from received message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Recv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: XXXX”</a:t>
            </a:r>
            <a:endParaRPr dirty="0"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90743" y="132556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1">
              <a:lnSpc>
                <a:spcPct val="90000"/>
              </a:lnSpc>
              <a:defRPr/>
            </a:pPr>
            <a:r>
              <a:rPr lang="en-US" sz="4000" b="1" dirty="0">
                <a:solidFill>
                  <a:srgbClr val="FF3300"/>
                </a:solidFill>
              </a:rPr>
              <a:t>CFL08: Simplex Wireless Communication Using NRF24L01</a:t>
            </a:r>
            <a:endParaRPr lang="en-GB" sz="4000" b="1" dirty="0">
              <a:solidFill>
                <a:srgbClr val="FF3300"/>
              </a:solidFill>
              <a:ea typeface="Calibri Light"/>
              <a:cs typeface="Calibri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5521423" y="4516774"/>
            <a:ext cx="6403877" cy="175432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 b="1" dirty="0" err="1"/>
              <a:t>Github</a:t>
            </a:r>
            <a:r>
              <a:rPr lang="en-GB" sz="1200" b="1" dirty="0"/>
              <a:t> Link for Code:</a:t>
            </a:r>
          </a:p>
          <a:p>
            <a:r>
              <a:rPr lang="en-GB" sz="1200" b="1" dirty="0">
                <a:hlinkClick r:id="rId4"/>
              </a:rPr>
              <a:t>https://github.com/info-zas/zas-robotics-communications/blob/main/01_FoundationProjects/CFL08_Simplex_Wireless_NRF24L01/CFL08_Simplex_Wireless_NRF24L01_Transmitter/CFL08_Simplex_Wireless_NRF24L01_Transmitter.ino</a:t>
            </a:r>
            <a:endParaRPr lang="en-GB" sz="1200" b="1" dirty="0"/>
          </a:p>
          <a:p>
            <a:endParaRPr lang="en-GB" sz="1200" b="1" dirty="0"/>
          </a:p>
          <a:p>
            <a:r>
              <a:rPr lang="en-GB" sz="1200" b="1" dirty="0">
                <a:hlinkClick r:id="rId5"/>
              </a:rPr>
              <a:t>https://github.com/info-zas/zas-robotics-communications/blob/main/01_FoundationProjects/CFL08_Simplex_Wireless_NRF24L01/CFL08_Simplex_Wireless_NRF24L01_Receiver/CFL08_Simplex_Wireless_NRF24L01_Receiver.ino</a:t>
            </a:r>
            <a:endParaRPr lang="en-GB" sz="1200" b="1" dirty="0"/>
          </a:p>
          <a:p>
            <a:endParaRPr lang="en-GB" sz="1200" b="1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AAE633-81FD-B449-3B42-BFF162010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D6500-2BF6-923D-10A9-D1056BB6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8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C85A88-F0BF-7649-AF1E-1763BCA452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483</Words>
  <Application>Microsoft Office PowerPoint</Application>
  <PresentationFormat>Widescreen</PresentationFormat>
  <Paragraphs>90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Communication Kit (Kit 3)</vt:lpstr>
      <vt:lpstr>Communication Kit : Contents</vt:lpstr>
      <vt:lpstr>Kit 3 Communication Creative Board - Features</vt:lpstr>
      <vt:lpstr>CFL08 : Simplex Wireless Communication Using NRF24L01</vt:lpstr>
      <vt:lpstr>CFL09 : What is Simplex and Duplex Communication?</vt:lpstr>
      <vt:lpstr>PowerPoint Presentation</vt:lpstr>
      <vt:lpstr> CFL08: Simplex Wireless Communication Using NRF24L01 </vt:lpstr>
      <vt:lpstr>CFL08: Simplex Wireless Communication Using NRF24L01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47</cp:revision>
  <dcterms:created xsi:type="dcterms:W3CDTF">2025-12-15T19:48:42Z</dcterms:created>
  <dcterms:modified xsi:type="dcterms:W3CDTF">2026-01-07T22:45:18Z</dcterms:modified>
</cp:coreProperties>
</file>