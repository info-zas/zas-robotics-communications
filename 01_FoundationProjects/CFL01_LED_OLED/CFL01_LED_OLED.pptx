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561" r:id="rId3"/>
    <p:sldId id="260" r:id="rId4"/>
    <p:sldId id="257" r:id="rId5"/>
    <p:sldId id="564" r:id="rId6"/>
    <p:sldId id="5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CFL01)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CFL01: ESP32 Setup - LED, OLED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CFL01 : ESP32 Setup - LED, OLED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210" y="3178051"/>
            <a:ext cx="1929544" cy="1903410"/>
          </a:xfrm>
          <a:prstGeom prst="rect">
            <a:avLst/>
          </a:prstGeom>
        </p:spPr>
      </p:pic>
      <p:pic>
        <p:nvPicPr>
          <p:cNvPr id="5" name="Picture 4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E2EF471A-C338-7046-3687-486D00FC6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468" y="1450223"/>
            <a:ext cx="5712332" cy="524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3FB4E53D-A1E0-4128-C2E5-8825E9223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468" y="1450223"/>
            <a:ext cx="5712332" cy="5247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0E01F-2A27-153F-A306-EE2B316FD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DC544E-7FC8-C6E9-CCE1-9B9F3719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1957-4CA3-F07B-AFC6-AB5C31B4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21F92-BE93-737F-F28E-D3CAEEFC1C7A}"/>
              </a:ext>
            </a:extLst>
          </p:cNvPr>
          <p:cNvSpPr txBox="1"/>
          <p:nvPr/>
        </p:nvSpPr>
        <p:spPr>
          <a:xfrm>
            <a:off x="1038023" y="1479028"/>
            <a:ext cx="3549445" cy="17226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setup()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Set pin 17 as OUTPUT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loop()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Turn pin 17 ON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Wait for 1 second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Turn pin 17 OFF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Wait for 1 second</a:t>
            </a:r>
          </a:p>
          <a:p>
            <a:pPr>
              <a:lnSpc>
                <a:spcPts val="1425"/>
              </a:lnSpc>
            </a:pPr>
            <a:endParaRPr lang="en-GB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FC5EFD-2982-5A8A-7AB5-D86781B0DD73}"/>
              </a:ext>
            </a:extLst>
          </p:cNvPr>
          <p:cNvSpPr txBox="1">
            <a:spLocks/>
          </p:cNvSpPr>
          <p:nvPr/>
        </p:nvSpPr>
        <p:spPr>
          <a:xfrm>
            <a:off x="838200" y="4211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CFL01 : ESP32 Setup - LED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E46BD527-1860-E6B9-A8F6-6F20A77B6036}"/>
              </a:ext>
            </a:extLst>
          </p:cNvPr>
          <p:cNvSpPr txBox="1"/>
          <p:nvPr/>
        </p:nvSpPr>
        <p:spPr bwMode="auto">
          <a:xfrm>
            <a:off x="1038023" y="3339515"/>
            <a:ext cx="4709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CFL01 (CFL01_LED_Blink.ino):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3A4D6D7-32E4-5CA3-1E7A-57266DC7D82A}"/>
              </a:ext>
            </a:extLst>
          </p:cNvPr>
          <p:cNvSpPr txBox="1"/>
          <p:nvPr/>
        </p:nvSpPr>
        <p:spPr>
          <a:xfrm>
            <a:off x="1038023" y="3846683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6FF82-8CAC-4C6E-FD7A-F07BA97F6DD2}"/>
              </a:ext>
            </a:extLst>
          </p:cNvPr>
          <p:cNvSpPr txBox="1"/>
          <p:nvPr/>
        </p:nvSpPr>
        <p:spPr bwMode="auto">
          <a:xfrm>
            <a:off x="6393262" y="2354593"/>
            <a:ext cx="2722880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94A530-D3B5-0CBE-FFCD-0C2E81C8480B}"/>
              </a:ext>
            </a:extLst>
          </p:cNvPr>
          <p:cNvSpPr txBox="1"/>
          <p:nvPr/>
        </p:nvSpPr>
        <p:spPr bwMode="auto">
          <a:xfrm>
            <a:off x="9117125" y="3447518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8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6430-5963-CBA0-4D2E-9EB3C9E8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CFL01 : ESP32 </a:t>
            </a:r>
            <a:r>
              <a:rPr lang="en-GB" b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Setup – LED &amp; </a:t>
            </a: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OLED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6603F-369A-CF50-D299-56EA9955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459EE-C051-6BA1-7E12-0DF20702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66460-E9FC-DE88-1D59-98597B431ADF}"/>
              </a:ext>
            </a:extLst>
          </p:cNvPr>
          <p:cNvSpPr txBox="1"/>
          <p:nvPr/>
        </p:nvSpPr>
        <p:spPr>
          <a:xfrm>
            <a:off x="688259" y="1799383"/>
            <a:ext cx="4599038" cy="244079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setup()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Configure pin 17 as OUTPUT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</a:t>
            </a:r>
            <a:r>
              <a:rPr lang="en-US" dirty="0" err="1">
                <a:solidFill>
                  <a:srgbClr val="4E5B61"/>
                </a:solidFill>
                <a:latin typeface="Consolas" panose="020B0609020204030204" pitchFamily="49" charset="0"/>
              </a:rPr>
              <a:t>Initialise</a:t>
            </a: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I2C communication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</a:t>
            </a:r>
            <a:r>
              <a:rPr lang="en-US" dirty="0" err="1">
                <a:solidFill>
                  <a:srgbClr val="4E5B61"/>
                </a:solidFill>
                <a:latin typeface="Consolas" panose="020B0609020204030204" pitchFamily="49" charset="0"/>
              </a:rPr>
              <a:t>Initialise</a:t>
            </a: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OLED display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loop()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Set pin 17 HIGH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Display "LED ON" on OLED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Wait for 1 second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Set pin 17 LOW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Display "LED OFF" on OLED</a:t>
            </a: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4E5B61"/>
                </a:solidFill>
                <a:latin typeface="Consolas" panose="020B0609020204030204" pitchFamily="49" charset="0"/>
              </a:rPr>
              <a:t>    • Wait for 1 second</a:t>
            </a:r>
            <a:endParaRPr lang="en-GB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5F1ABAA8-E09C-1FDE-C52C-E30597DB0E0D}"/>
              </a:ext>
            </a:extLst>
          </p:cNvPr>
          <p:cNvSpPr txBox="1"/>
          <p:nvPr/>
        </p:nvSpPr>
        <p:spPr bwMode="auto">
          <a:xfrm>
            <a:off x="591524" y="4777147"/>
            <a:ext cx="514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CFL01_a (CFL01_LED_OLED.ino):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F3921CEE-F0C8-83F4-9C51-C1456688BFBC}"/>
              </a:ext>
            </a:extLst>
          </p:cNvPr>
          <p:cNvSpPr txBox="1"/>
          <p:nvPr/>
        </p:nvSpPr>
        <p:spPr>
          <a:xfrm>
            <a:off x="722163" y="5511604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1" name="Picture 10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CB99D52-AC12-7674-F954-31091C745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468" y="1450223"/>
            <a:ext cx="5712332" cy="5247002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905AA357-1B1E-2CB3-C010-D2B882C3B9A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53B2B-BFAD-374F-920B-3518F269A7DB}"/>
              </a:ext>
            </a:extLst>
          </p:cNvPr>
          <p:cNvSpPr txBox="1"/>
          <p:nvPr/>
        </p:nvSpPr>
        <p:spPr bwMode="auto">
          <a:xfrm>
            <a:off x="6393262" y="2354593"/>
            <a:ext cx="2722880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D6E9A7-303F-A25A-36EB-4907CA80DDDF}"/>
              </a:ext>
            </a:extLst>
          </p:cNvPr>
          <p:cNvSpPr txBox="1"/>
          <p:nvPr/>
        </p:nvSpPr>
        <p:spPr bwMode="auto">
          <a:xfrm>
            <a:off x="8964867" y="3486149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1B8F7-224F-94A7-2403-F45084091358}"/>
              </a:ext>
            </a:extLst>
          </p:cNvPr>
          <p:cNvSpPr txBox="1"/>
          <p:nvPr/>
        </p:nvSpPr>
        <p:spPr bwMode="auto">
          <a:xfrm>
            <a:off x="9546619" y="2721790"/>
            <a:ext cx="1327858" cy="13519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577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252</Words>
  <Application>Microsoft Office PowerPoint</Application>
  <PresentationFormat>Widescreen</PresentationFormat>
  <Paragraphs>65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Communication Kit (Kit 3)</vt:lpstr>
      <vt:lpstr>Communication Kit : Contents</vt:lpstr>
      <vt:lpstr>Kit 3 Communication Creative Board - Features</vt:lpstr>
      <vt:lpstr>CFL01 : ESP32 Setup - LED, OLED</vt:lpstr>
      <vt:lpstr>PowerPoint Presentation</vt:lpstr>
      <vt:lpstr>CFL01 : ESP32 Setup – LED &amp; OLED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42</cp:revision>
  <dcterms:created xsi:type="dcterms:W3CDTF">2025-12-15T19:48:42Z</dcterms:created>
  <dcterms:modified xsi:type="dcterms:W3CDTF">2026-01-05T22:25:03Z</dcterms:modified>
</cp:coreProperties>
</file>