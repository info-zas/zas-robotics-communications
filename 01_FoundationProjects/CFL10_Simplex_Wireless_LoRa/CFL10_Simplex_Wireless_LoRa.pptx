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561" r:id="rId3"/>
    <p:sldId id="260" r:id="rId4"/>
    <p:sldId id="562" r:id="rId5"/>
    <p:sldId id="270" r:id="rId6"/>
    <p:sldId id="563" r:id="rId7"/>
    <p:sldId id="5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-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communications/blob/main/01_FoundationProjects/CFL10_Simplex_Wireless_LoRa/CFL10_Simplex_Wireless_LoRa_Receiver/CFL10_Simplex_Wireless_LoRa_Receiver.ino" TargetMode="External"/><Relationship Id="rId2" Type="http://schemas.openxmlformats.org/officeDocument/2006/relationships/hyperlink" Target="https://github.com/info-zas/zas-robotics-communications/blob/main/01_FoundationProjects/CFL10_Simplex_Wireless_LoRa/CFL10_Simplex_Wireless_LoRa_Transmitter/CFL10_Simplex_Wireless_LoRa_Transmitter.in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communications/blob/main/01_FoundationProjects/CFL10_Simplex_Wireless_LoRa/CFL10_Simplex_Wireless_LoRa_Receiver/CFL10_Simplex_Wireless_LoRa_Receiver.ino" TargetMode="External"/><Relationship Id="rId2" Type="http://schemas.openxmlformats.org/officeDocument/2006/relationships/hyperlink" Target="https://github.com/info-zas/zas-robotics-communications/blob/main/01_FoundationProjects/CFL10_Simplex_Wireless_LoRa/CFL10_Simplex_Wireless_LoRa_Transmitter/CFL10_Simplex_Wireless_LoRa_Transmitter.ino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CFL10: Simplex Wireless Communication Using LoRa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F547E6-4CC2-C8E4-95E3-994968173B1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388" y="3200400"/>
            <a:ext cx="3435835" cy="3155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CFL10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Simplex Wireless Communication Using LoRa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0862" y="5011792"/>
            <a:ext cx="1295951" cy="1278398"/>
          </a:xfrm>
          <a:prstGeom prst="rect">
            <a:avLst/>
          </a:prstGeom>
        </p:spPr>
      </p:pic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321BE0E-850B-DA08-7A4D-3D7C44E6F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89" y="3389035"/>
            <a:ext cx="3435835" cy="3155950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933" y="4870173"/>
            <a:ext cx="1583078" cy="15616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2AE516-4384-34EA-8F8B-B65F9DD73B1F}"/>
              </a:ext>
            </a:extLst>
          </p:cNvPr>
          <p:cNvSpPr txBox="1"/>
          <p:nvPr/>
        </p:nvSpPr>
        <p:spPr>
          <a:xfrm>
            <a:off x="2209799" y="2603281"/>
            <a:ext cx="2696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Transmitter: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4BF249-7BAF-B7D4-2E78-7323EF91D2C5}"/>
              </a:ext>
            </a:extLst>
          </p:cNvPr>
          <p:cNvSpPr txBox="1"/>
          <p:nvPr/>
        </p:nvSpPr>
        <p:spPr>
          <a:xfrm>
            <a:off x="8694387" y="2418615"/>
            <a:ext cx="2132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Receiver: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D7D4A98-ACC2-B9D1-3EE7-6FC9219D2261}"/>
              </a:ext>
            </a:extLst>
          </p:cNvPr>
          <p:cNvCxnSpPr/>
          <p:nvPr/>
        </p:nvCxnSpPr>
        <p:spPr>
          <a:xfrm>
            <a:off x="6758609" y="2186609"/>
            <a:ext cx="0" cy="435230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512B6B0-321F-F9A2-EAB2-356A92E802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90" y="3043106"/>
            <a:ext cx="1685014" cy="15573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6A39225-5FF0-7E73-3F8A-01CD45120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412" y="3043106"/>
            <a:ext cx="1685014" cy="15573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3C0D8C-AE8A-CC8C-BE35-77D86E409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77" y="4658003"/>
            <a:ext cx="1564393" cy="12783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27E1225-8F27-29AE-259D-6057E4A854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9105" y="1976848"/>
            <a:ext cx="1805599" cy="125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21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>
              <a:lnSpc>
                <a:spcPct val="90000"/>
              </a:lnSpc>
              <a:defRPr/>
            </a:pPr>
            <a:r>
              <a:rPr lang="en-GB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CFL10 : </a:t>
            </a: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Simplex Wireless Communication Using LoRa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5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9B0929-3437-4F77-533F-EC9F0F17DE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465" y="1843088"/>
            <a:ext cx="8495070" cy="477847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0C0CF5F-26E2-1DF8-DF61-423896CAA5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C4274-0BC7-E5EF-088F-BD875E3B0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CFL10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Simplex Wireless Communication Using LoRa</a:t>
            </a:r>
            <a:br>
              <a:rPr lang="en-GB" b="1" dirty="0">
                <a:solidFill>
                  <a:srgbClr val="FF3300"/>
                </a:solidFill>
                <a:ea typeface="Calibri Light"/>
                <a:cs typeface="Calibri Light"/>
              </a:rPr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B0523-43A1-5188-74B5-AA54D6F35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E7325E-16A8-37B0-D9C0-59CFF912B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8FA00784-A6C8-21AF-166E-56CAD34BFCA8}"/>
              </a:ext>
            </a:extLst>
          </p:cNvPr>
          <p:cNvSpPr txBox="1"/>
          <p:nvPr/>
        </p:nvSpPr>
        <p:spPr bwMode="auto">
          <a:xfrm>
            <a:off x="4191584" y="4228485"/>
            <a:ext cx="5146467" cy="249299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200" b="1" dirty="0"/>
              <a:t>Code for Lesson CFL10 (CFL10_Simplex_Wireless_LoRa_Receiver.ino)</a:t>
            </a:r>
          </a:p>
          <a:p>
            <a:pPr>
              <a:defRPr/>
            </a:pPr>
            <a:r>
              <a:rPr lang="en-US" sz="1200" b="1" dirty="0"/>
              <a:t>(CFL10_Simplex_Wireless_LoRa_Transmitter.ino)</a:t>
            </a:r>
          </a:p>
          <a:p>
            <a:pPr>
              <a:defRPr/>
            </a:pPr>
            <a:endParaRPr lang="en-US" sz="1200" b="1" dirty="0"/>
          </a:p>
          <a:p>
            <a:pPr>
              <a:defRPr/>
            </a:pPr>
            <a:r>
              <a:rPr lang="en-GB" sz="1200" b="1" dirty="0">
                <a:hlinkClick r:id="rId2"/>
              </a:rPr>
              <a:t>https://github.com/info-zas/zas-robotics-communications/blob/main/01_FoundationProjects/CFL10_Simplex_Wireless_LoRa/CFL10_Simplex_Wireless_LoRa_Transmitter/CFL10_Simplex_Wireless_LoRa_Transmitter.ino</a:t>
            </a:r>
            <a:endParaRPr lang="en-GB" sz="1200" b="1" dirty="0"/>
          </a:p>
          <a:p>
            <a:pPr>
              <a:defRPr/>
            </a:pPr>
            <a:endParaRPr lang="en-GB" sz="1200" b="1" dirty="0"/>
          </a:p>
          <a:p>
            <a:pPr>
              <a:defRPr/>
            </a:pPr>
            <a:r>
              <a:rPr lang="en-GB" sz="1200" b="1" dirty="0">
                <a:hlinkClick r:id="rId3"/>
              </a:rPr>
              <a:t>https://github.com/info-zas/zas-robotics-communications/blob/main/01_FoundationProjects/CFL10_Simplex_Wireless_LoRa/CFL10_Simplex_Wireless_LoRa_Receiver/CFL10_Simplex_Wireless_LoRa_Receiver.ino</a:t>
            </a:r>
            <a:endParaRPr lang="en-GB" sz="1200" b="1" dirty="0"/>
          </a:p>
          <a:p>
            <a:pPr>
              <a:defRPr/>
            </a:pPr>
            <a:endParaRPr lang="en-GB" sz="1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2B00B0-CCED-AFF3-7FC3-23132D23A4A8}"/>
              </a:ext>
            </a:extLst>
          </p:cNvPr>
          <p:cNvSpPr txBox="1"/>
          <p:nvPr/>
        </p:nvSpPr>
        <p:spPr>
          <a:xfrm>
            <a:off x="838200" y="1690688"/>
            <a:ext cx="3244645" cy="30469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Start Serial communication</a:t>
            </a:r>
          </a:p>
          <a:p>
            <a:r>
              <a:rPr lang="en-GB" sz="1200" dirty="0"/>
              <a:t>    • Configure potentiometer pin as INPUT</a:t>
            </a:r>
          </a:p>
          <a:p>
            <a:r>
              <a:rPr lang="en-GB" sz="1200" dirty="0"/>
              <a:t>    • Initialise OLED display</a:t>
            </a:r>
          </a:p>
          <a:p>
            <a:r>
              <a:rPr lang="en-GB" sz="1200" dirty="0"/>
              <a:t>    • Show “LoRa TX Starting…” on OLED</a:t>
            </a:r>
          </a:p>
          <a:p>
            <a:r>
              <a:rPr lang="en-GB" sz="1200" dirty="0"/>
              <a:t>    • Reset and initialise LoRa module (SX1278)</a:t>
            </a:r>
          </a:p>
          <a:p>
            <a:r>
              <a:rPr lang="en-GB" sz="1200" dirty="0"/>
              <a:t>    • Set LoRa frequency to 433 MHz</a:t>
            </a:r>
          </a:p>
          <a:p>
            <a:r>
              <a:rPr lang="en-GB" sz="1200" dirty="0"/>
              <a:t>    • Display “LoRa Ready”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Read potentiometer analogue value</a:t>
            </a:r>
          </a:p>
          <a:p>
            <a:r>
              <a:rPr lang="en-GB" sz="1200" dirty="0"/>
              <a:t>    • Create message containing pot value</a:t>
            </a:r>
          </a:p>
          <a:p>
            <a:r>
              <a:rPr lang="en-GB" sz="1200" dirty="0"/>
              <a:t>    • Send message using LoRa packet</a:t>
            </a:r>
          </a:p>
          <a:p>
            <a:r>
              <a:rPr lang="en-GB" sz="1200" dirty="0"/>
              <a:t>    • Print sent data to Serial Monitor</a:t>
            </a:r>
          </a:p>
          <a:p>
            <a:r>
              <a:rPr lang="en-GB" sz="1200" dirty="0"/>
              <a:t>    • Display transmitted value on OLED</a:t>
            </a:r>
          </a:p>
          <a:p>
            <a:r>
              <a:rPr lang="en-GB" sz="1200" dirty="0"/>
              <a:t>    • Wait for 2 seconds before next transmission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2F245-C6FF-B2C1-88F4-01656F024985}"/>
              </a:ext>
            </a:extLst>
          </p:cNvPr>
          <p:cNvSpPr txBox="1"/>
          <p:nvPr/>
        </p:nvSpPr>
        <p:spPr>
          <a:xfrm>
            <a:off x="6764818" y="1411784"/>
            <a:ext cx="3313472" cy="267765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  • Start Serial communication</a:t>
            </a:r>
          </a:p>
          <a:p>
            <a:r>
              <a:rPr lang="en-GB" sz="1200" dirty="0"/>
              <a:t>    • Initialise OLED display</a:t>
            </a:r>
          </a:p>
          <a:p>
            <a:r>
              <a:rPr lang="en-GB" sz="1200" dirty="0"/>
              <a:t>    • Show “LoRa RX Starting…” on OLED</a:t>
            </a:r>
          </a:p>
          <a:p>
            <a:r>
              <a:rPr lang="en-GB" sz="1200" dirty="0"/>
              <a:t>    • Reset and initialise LoRa module (SX1278)</a:t>
            </a:r>
          </a:p>
          <a:p>
            <a:r>
              <a:rPr lang="en-GB" sz="1200" dirty="0"/>
              <a:t>    • Set LoRa frequency to 433 MHz</a:t>
            </a:r>
          </a:p>
          <a:p>
            <a:r>
              <a:rPr lang="en-GB" sz="1200" dirty="0"/>
              <a:t>    • Display “LoRa Ready”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Check if a LoRa packet is received</a:t>
            </a:r>
          </a:p>
          <a:p>
            <a:r>
              <a:rPr lang="en-GB" sz="1200" dirty="0"/>
              <a:t>    • Read incoming LoRa message</a:t>
            </a:r>
          </a:p>
          <a:p>
            <a:r>
              <a:rPr lang="en-GB" sz="1200" dirty="0"/>
              <a:t>    • Print received data to Serial Monitor</a:t>
            </a:r>
          </a:p>
          <a:p>
            <a:r>
              <a:rPr lang="en-GB" sz="1200" dirty="0"/>
              <a:t>    • Extract potentiometer value from message</a:t>
            </a:r>
          </a:p>
          <a:p>
            <a:r>
              <a:rPr lang="en-GB" sz="1200" dirty="0"/>
              <a:t>    • Display received pot value on OLED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9D9848-32E1-A2E4-A621-B34C1E62F36E}"/>
              </a:ext>
            </a:extLst>
          </p:cNvPr>
          <p:cNvSpPr txBox="1"/>
          <p:nvPr/>
        </p:nvSpPr>
        <p:spPr>
          <a:xfrm>
            <a:off x="1629696" y="1360827"/>
            <a:ext cx="2696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Transmitter: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C495C2-095A-DA47-073B-0137E4521121}"/>
              </a:ext>
            </a:extLst>
          </p:cNvPr>
          <p:cNvSpPr txBox="1"/>
          <p:nvPr/>
        </p:nvSpPr>
        <p:spPr>
          <a:xfrm>
            <a:off x="6764818" y="1105282"/>
            <a:ext cx="2132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LoRa Receiver: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2449C4-E2D4-940D-A65F-A88DBBE8C7B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613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69B5-463E-D00C-2537-19DD944AE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CFL10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Simplex Wireless Sensor Data (DHT11 and MQ-135) Communication Using LoRa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0D268F-E943-6E3F-49A5-617381737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68B4E-F073-3A02-E9F9-71B672595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EB12746-FD9F-9234-B13E-1FBEC3492422}"/>
              </a:ext>
            </a:extLst>
          </p:cNvPr>
          <p:cNvSpPr txBox="1"/>
          <p:nvPr/>
        </p:nvSpPr>
        <p:spPr bwMode="auto">
          <a:xfrm>
            <a:off x="543232" y="4750516"/>
            <a:ext cx="5146467" cy="24929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200" b="1" dirty="0"/>
              <a:t>Code for Lesson CFL10 (</a:t>
            </a:r>
            <a:r>
              <a:rPr lang="fr-FR" sz="1200" b="1" dirty="0"/>
              <a:t>CFL10_Simplex_LoRa_DHT_Pollution_Rx</a:t>
            </a:r>
            <a:r>
              <a:rPr lang="en-GB" sz="1200" b="1" dirty="0"/>
              <a:t>.ino)</a:t>
            </a:r>
          </a:p>
          <a:p>
            <a:pPr>
              <a:defRPr/>
            </a:pPr>
            <a:r>
              <a:rPr lang="en-US" sz="1200" b="1" dirty="0"/>
              <a:t>(</a:t>
            </a:r>
            <a:r>
              <a:rPr lang="fr-FR" sz="1200" b="1" dirty="0"/>
              <a:t>CFL10_Simplex_LoRa_DHT_Pollution_Tx</a:t>
            </a:r>
            <a:r>
              <a:rPr lang="en-US" sz="1200" b="1" dirty="0"/>
              <a:t>.</a:t>
            </a:r>
            <a:r>
              <a:rPr lang="en-US" sz="1200" b="1" dirty="0" err="1"/>
              <a:t>ino</a:t>
            </a:r>
            <a:r>
              <a:rPr lang="en-US" sz="1200" b="1" dirty="0"/>
              <a:t>)</a:t>
            </a:r>
          </a:p>
          <a:p>
            <a:pPr>
              <a:defRPr/>
            </a:pPr>
            <a:endParaRPr lang="en-US" sz="1200" b="1" dirty="0"/>
          </a:p>
          <a:p>
            <a:pPr>
              <a:defRPr/>
            </a:pPr>
            <a:r>
              <a:rPr lang="en-GB" sz="1200" b="1" dirty="0">
                <a:hlinkClick r:id="rId2"/>
              </a:rPr>
              <a:t>https://github.com/info-zas/zas-robotics-communications/blob/main/01_FoundationProjects/CFL10_Simplex_Wireless_LoRa/CFL10_Simplex_Wireless_LoRa_Transmitter/CFL10_Simplex_Wireless_LoRa_Transmitter.ino</a:t>
            </a:r>
            <a:endParaRPr lang="en-GB" sz="1200" b="1" dirty="0"/>
          </a:p>
          <a:p>
            <a:pPr>
              <a:defRPr/>
            </a:pPr>
            <a:endParaRPr lang="en-GB" sz="1200" b="1" dirty="0"/>
          </a:p>
          <a:p>
            <a:pPr>
              <a:defRPr/>
            </a:pPr>
            <a:r>
              <a:rPr lang="en-GB" sz="1200" b="1" dirty="0">
                <a:hlinkClick r:id="rId3"/>
              </a:rPr>
              <a:t>https://github.com/info-zas/zas-robotics-communications/blob/main/01_FoundationProjects/CFL10_Simplex_Wireless_LoRa/CFL10_Simplex_Wireless_LoRa_Receiver/CFL10_Simplex_Wireless_LoRa_Receiver.ino</a:t>
            </a:r>
            <a:endParaRPr lang="en-GB" sz="1200" b="1" dirty="0"/>
          </a:p>
          <a:p>
            <a:pPr>
              <a:defRPr/>
            </a:pPr>
            <a:endParaRPr lang="en-GB" sz="1200" b="1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BAEDA40-0655-2F1F-1560-1FC2226AD4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48717"/>
              </p:ext>
            </p:extLst>
          </p:nvPr>
        </p:nvGraphicFramePr>
        <p:xfrm>
          <a:off x="838200" y="1430087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DHT11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6F2E541-F532-B1FF-6E70-F970212C12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010893"/>
              </p:ext>
            </p:extLst>
          </p:nvPr>
        </p:nvGraphicFramePr>
        <p:xfrm>
          <a:off x="838200" y="3035921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MQ-135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A01BE8A-8709-B36A-376A-F1FA51843C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290" y="1582994"/>
            <a:ext cx="7569084" cy="3978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1A20D9F-C512-8938-60DF-DF0B4E5FE33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125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</TotalTime>
  <Words>615</Words>
  <Application>Microsoft Office PowerPoint</Application>
  <PresentationFormat>Widescreen</PresentationFormat>
  <Paragraphs>107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CFL10 : Simplex Wireless Communication Using LoRa</vt:lpstr>
      <vt:lpstr>PowerPoint Presentation</vt:lpstr>
      <vt:lpstr> CFL10 : Simplex Wireless Communication Using LoRa </vt:lpstr>
      <vt:lpstr>CFL10 : Simplex Wireless Sensor Data (DHT11 and MQ-135) Communication Using LoRa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56</cp:revision>
  <dcterms:created xsi:type="dcterms:W3CDTF">2025-12-15T19:48:42Z</dcterms:created>
  <dcterms:modified xsi:type="dcterms:W3CDTF">2026-01-07T22:51:45Z</dcterms:modified>
</cp:coreProperties>
</file>