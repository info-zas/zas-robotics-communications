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561" r:id="rId3"/>
    <p:sldId id="260" r:id="rId4"/>
    <p:sldId id="562" r:id="rId5"/>
    <p:sldId id="270" r:id="rId6"/>
    <p:sldId id="563" r:id="rId7"/>
    <p:sldId id="5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931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97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72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64B0B-3CDA-8AFD-A136-AA80755CE96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(Kit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416" y="3688774"/>
            <a:ext cx="10351168" cy="1655762"/>
          </a:xfrm>
        </p:spPr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Communication Foundation Lessons (CFL)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CFL02)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CFL10: Simplex Wireless Communication Using LoRa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: Contents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C25C5-432E-8472-0A6B-B8940889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479" y="1380661"/>
            <a:ext cx="5847522" cy="4360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EC2A0-8833-DC11-D0B9-6B849F16D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6508" y="1477756"/>
            <a:ext cx="4197264" cy="426388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8DC5E389-0D5A-F470-2189-C2FF3449BF66}"/>
              </a:ext>
            </a:extLst>
          </p:cNvPr>
          <p:cNvSpPr txBox="1"/>
          <p:nvPr/>
        </p:nvSpPr>
        <p:spPr bwMode="auto">
          <a:xfrm>
            <a:off x="1530469" y="5933742"/>
            <a:ext cx="326040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Kit Components</a:t>
            </a:r>
            <a:endParaRPr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EF83828-E71C-4BA2-4142-04C145376EDA}"/>
              </a:ext>
            </a:extLst>
          </p:cNvPr>
          <p:cNvSpPr txBox="1"/>
          <p:nvPr/>
        </p:nvSpPr>
        <p:spPr bwMode="auto">
          <a:xfrm>
            <a:off x="7589967" y="5933741"/>
            <a:ext cx="3150347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</a:t>
            </a:r>
            <a:r>
              <a:rPr lang="en-GB" b="1" dirty="0"/>
              <a:t> Creative Board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47694" name="Title 1"/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Kit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Creative Board - Features</a:t>
            </a:r>
            <a:endParaRPr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F7B30-4988-34F3-4821-794FB38B0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464" y="1770208"/>
            <a:ext cx="4862629" cy="493981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975DB-E2B1-3D15-2A22-93E1C92B221A}"/>
              </a:ext>
            </a:extLst>
          </p:cNvPr>
          <p:cNvCxnSpPr/>
          <p:nvPr/>
        </p:nvCxnSpPr>
        <p:spPr>
          <a:xfrm flipH="1" flipV="1">
            <a:off x="1926772" y="256358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CF50-60B2-A66B-FC8F-F5E0E708EEC5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9587" y="1715780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16B88E-0D01-A116-9F44-7020C7D75BA1}"/>
              </a:ext>
            </a:extLst>
          </p:cNvPr>
          <p:cNvSpPr txBox="1"/>
          <p:nvPr/>
        </p:nvSpPr>
        <p:spPr>
          <a:xfrm>
            <a:off x="9632785" y="1545782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LoRa Module I/F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D9C85B-50AB-D7BD-3A53-E563397E2A5B}"/>
              </a:ext>
            </a:extLst>
          </p:cNvPr>
          <p:cNvSpPr txBox="1"/>
          <p:nvPr/>
        </p:nvSpPr>
        <p:spPr bwMode="auto">
          <a:xfrm>
            <a:off x="1138883" y="231488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ESP32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0B6FB5-6A3E-F498-3D69-7A1FBABE0E26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2872" y="2867182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E2B2-A493-5878-80CF-CE572B548F57}"/>
              </a:ext>
            </a:extLst>
          </p:cNvPr>
          <p:cNvSpPr txBox="1"/>
          <p:nvPr/>
        </p:nvSpPr>
        <p:spPr bwMode="auto">
          <a:xfrm>
            <a:off x="9796070" y="2602966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OLED I/F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2CEF49-9565-4353-6CE3-BA57A4A8A906}"/>
              </a:ext>
            </a:extLst>
          </p:cNvPr>
          <p:cNvCxnSpPr>
            <a:cxnSpLocks/>
          </p:cNvCxnSpPr>
          <p:nvPr/>
        </p:nvCxnSpPr>
        <p:spPr bwMode="auto">
          <a:xfrm flipV="1">
            <a:off x="7805059" y="2282744"/>
            <a:ext cx="1827726" cy="50488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919051-7F1C-8A10-D296-E6155E7B5D94}"/>
              </a:ext>
            </a:extLst>
          </p:cNvPr>
          <p:cNvSpPr txBox="1"/>
          <p:nvPr/>
        </p:nvSpPr>
        <p:spPr bwMode="auto">
          <a:xfrm>
            <a:off x="9796070" y="2080662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NRF24L01 Module I/F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580061-4FAC-8D17-0DE4-3134E6A611BC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7824" y="3204820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4428AD-8C9E-E2A3-3189-B1017094D23C}"/>
              </a:ext>
            </a:extLst>
          </p:cNvPr>
          <p:cNvSpPr txBox="1"/>
          <p:nvPr/>
        </p:nvSpPr>
        <p:spPr bwMode="auto">
          <a:xfrm>
            <a:off x="9836806" y="302015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RFID I/F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FD017-CCC8-D2EB-DDC1-894905A78198}"/>
              </a:ext>
            </a:extLst>
          </p:cNvPr>
          <p:cNvSpPr txBox="1"/>
          <p:nvPr/>
        </p:nvSpPr>
        <p:spPr bwMode="auto">
          <a:xfrm>
            <a:off x="9796070" y="3828362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SD Card Module I/F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C8FE61-FD6C-0251-47A8-5B268CC5CFB3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8560" y="4013028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509D3B-F2A5-6016-8A59-13465887E570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531" y="4877649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AE2AE8-70F6-913F-6DCD-D962B47AFA30}"/>
              </a:ext>
            </a:extLst>
          </p:cNvPr>
          <p:cNvSpPr txBox="1"/>
          <p:nvPr/>
        </p:nvSpPr>
        <p:spPr bwMode="auto">
          <a:xfrm>
            <a:off x="9569305" y="467275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Rotary Encoder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43405-0070-F525-C73F-F07ECAD76F7D}"/>
              </a:ext>
            </a:extLst>
          </p:cNvPr>
          <p:cNvSpPr txBox="1"/>
          <p:nvPr/>
        </p:nvSpPr>
        <p:spPr>
          <a:xfrm>
            <a:off x="4463143" y="4315867"/>
            <a:ext cx="707571" cy="726221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5369F-B29C-6924-07C9-C31A2585E0C5}"/>
              </a:ext>
            </a:extLst>
          </p:cNvPr>
          <p:cNvCxnSpPr/>
          <p:nvPr/>
        </p:nvCxnSpPr>
        <p:spPr bwMode="auto">
          <a:xfrm flipH="1" flipV="1">
            <a:off x="2191304" y="411517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043822-8E50-C62F-D0E4-CD19BCC50FC3}"/>
              </a:ext>
            </a:extLst>
          </p:cNvPr>
          <p:cNvSpPr txBox="1"/>
          <p:nvPr/>
        </p:nvSpPr>
        <p:spPr bwMode="auto">
          <a:xfrm>
            <a:off x="887406" y="3596956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Mini</a:t>
            </a:r>
          </a:p>
          <a:p>
            <a:pPr algn="ctr"/>
            <a:r>
              <a:rPr lang="en-GB" b="1" dirty="0"/>
              <a:t>Breadboard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97AFC-F411-8FFF-717B-A4A33D748FB9}"/>
              </a:ext>
            </a:extLst>
          </p:cNvPr>
          <p:cNvSpPr txBox="1"/>
          <p:nvPr/>
        </p:nvSpPr>
        <p:spPr bwMode="auto">
          <a:xfrm>
            <a:off x="3642020" y="4527306"/>
            <a:ext cx="678146" cy="396584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531BEF-BB1B-33A5-AC2E-71E18688C7F8}"/>
              </a:ext>
            </a:extLst>
          </p:cNvPr>
          <p:cNvCxnSpPr/>
          <p:nvPr/>
        </p:nvCxnSpPr>
        <p:spPr bwMode="auto">
          <a:xfrm flipH="1" flipV="1">
            <a:off x="1520922" y="452730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A88AC0-52C9-901F-BD11-0D31687167C9}"/>
              </a:ext>
            </a:extLst>
          </p:cNvPr>
          <p:cNvSpPr txBox="1"/>
          <p:nvPr/>
        </p:nvSpPr>
        <p:spPr bwMode="auto">
          <a:xfrm>
            <a:off x="607977" y="4240115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Power</a:t>
            </a:r>
          </a:p>
          <a:p>
            <a:pPr algn="ctr"/>
            <a:r>
              <a:rPr lang="en-GB" b="1" dirty="0"/>
              <a:t>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764177-32CC-5E45-BB56-1E60B7CADDDA}"/>
              </a:ext>
            </a:extLst>
          </p:cNvPr>
          <p:cNvCxnSpPr/>
          <p:nvPr/>
        </p:nvCxnSpPr>
        <p:spPr bwMode="auto">
          <a:xfrm flipH="1" flipV="1">
            <a:off x="2065649" y="5066397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BCEB09-33EF-81ED-FC57-64EE766E183B}"/>
              </a:ext>
            </a:extLst>
          </p:cNvPr>
          <p:cNvSpPr txBox="1"/>
          <p:nvPr/>
        </p:nvSpPr>
        <p:spPr bwMode="auto">
          <a:xfrm>
            <a:off x="480118" y="4888928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ON/OFF Switch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0CA7F4-8A96-8BC0-CA3D-38EA0ED7C3A9}"/>
              </a:ext>
            </a:extLst>
          </p:cNvPr>
          <p:cNvCxnSpPr/>
          <p:nvPr/>
        </p:nvCxnSpPr>
        <p:spPr bwMode="auto">
          <a:xfrm flipH="1" flipV="1">
            <a:off x="1407533" y="5559425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6B7603-764A-5599-E91C-CE67A7A71198}"/>
              </a:ext>
            </a:extLst>
          </p:cNvPr>
          <p:cNvSpPr txBox="1"/>
          <p:nvPr/>
        </p:nvSpPr>
        <p:spPr bwMode="auto">
          <a:xfrm>
            <a:off x="281772" y="5583199"/>
            <a:ext cx="162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Input DC Jack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7A5062-C9B4-A6C2-D863-D6214E5B9C6B}"/>
              </a:ext>
            </a:extLst>
          </p:cNvPr>
          <p:cNvSpPr txBox="1"/>
          <p:nvPr/>
        </p:nvSpPr>
        <p:spPr bwMode="auto">
          <a:xfrm>
            <a:off x="5745958" y="5121677"/>
            <a:ext cx="1411945" cy="1200329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FDAAFD-E90A-2BC1-3F56-8FA473A1E0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70676" y="5516444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D01CA8C-28BA-5DBA-89F1-48A6905765DE}"/>
              </a:ext>
            </a:extLst>
          </p:cNvPr>
          <p:cNvSpPr txBox="1"/>
          <p:nvPr/>
        </p:nvSpPr>
        <p:spPr bwMode="auto">
          <a:xfrm>
            <a:off x="8718922" y="544995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Free Connectors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926-F5FB-6C51-E2D0-30FCC899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FBB1-0230-2A13-A887-01777778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740D586E-55B5-5094-D9DB-F1123CC5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388" y="3200400"/>
            <a:ext cx="3435835" cy="3155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CFL10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Simplex Wireless Communication Using LoRa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  <p:pic>
        <p:nvPicPr>
          <p:cNvPr id="17" name="Picture 16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EDEA0734-B278-0DD5-86F8-89594083F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862" y="5011792"/>
            <a:ext cx="1295951" cy="1278398"/>
          </a:xfrm>
          <a:prstGeom prst="rect">
            <a:avLst/>
          </a:prstGeom>
        </p:spPr>
      </p:pic>
      <p:pic>
        <p:nvPicPr>
          <p:cNvPr id="6" name="Picture 5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D321BE0E-850B-DA08-7A4D-3D7C44E6F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589" y="3389035"/>
            <a:ext cx="3435835" cy="3155950"/>
          </a:xfrm>
          <a:prstGeom prst="rect">
            <a:avLst/>
          </a:prstGeom>
        </p:spPr>
      </p:pic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A058AC05-157D-D0B6-D4A2-36B88D177A48}"/>
              </a:ext>
            </a:extLst>
          </p:cNvPr>
          <p:cNvSpPr txBox="1">
            <a:spLocks/>
          </p:cNvSpPr>
          <p:nvPr/>
        </p:nvSpPr>
        <p:spPr>
          <a:xfrm>
            <a:off x="2706171" y="84198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F5A6A5-3841-4FBA-B455-67883EB3171A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10" name="Picture 9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8E0F1F09-D256-CC2C-5A02-49D672144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933" y="4870173"/>
            <a:ext cx="1583078" cy="15616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2AE516-4384-34EA-8F8B-B65F9DD73B1F}"/>
              </a:ext>
            </a:extLst>
          </p:cNvPr>
          <p:cNvSpPr txBox="1"/>
          <p:nvPr/>
        </p:nvSpPr>
        <p:spPr>
          <a:xfrm>
            <a:off x="2209799" y="2603281"/>
            <a:ext cx="2696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LoRa Transmitter: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4BF249-7BAF-B7D4-2E78-7323EF91D2C5}"/>
              </a:ext>
            </a:extLst>
          </p:cNvPr>
          <p:cNvSpPr txBox="1"/>
          <p:nvPr/>
        </p:nvSpPr>
        <p:spPr>
          <a:xfrm>
            <a:off x="8694387" y="2418615"/>
            <a:ext cx="2132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LoRa Receiver: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7D4A98-ACC2-B9D1-3EE7-6FC9219D2261}"/>
              </a:ext>
            </a:extLst>
          </p:cNvPr>
          <p:cNvCxnSpPr/>
          <p:nvPr/>
        </p:nvCxnSpPr>
        <p:spPr>
          <a:xfrm>
            <a:off x="6758609" y="2186609"/>
            <a:ext cx="0" cy="435230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512B6B0-321F-F9A2-EAB2-356A92E80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90" y="3043106"/>
            <a:ext cx="1685014" cy="15573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A39225-5FF0-7E73-3F8A-01CD45120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412" y="3043106"/>
            <a:ext cx="1685014" cy="155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21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45F10B-3A87-FBBB-EC62-8D1B74307863}"/>
              </a:ext>
            </a:extLst>
          </p:cNvPr>
          <p:cNvSpPr txBox="1">
            <a:spLocks/>
          </p:cNvSpPr>
          <p:nvPr/>
        </p:nvSpPr>
        <p:spPr bwMode="auto"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1">
              <a:lnSpc>
                <a:spcPct val="90000"/>
              </a:lnSpc>
              <a:defRPr/>
            </a:pPr>
            <a:r>
              <a:rPr lang="en-GB" sz="40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CFL10 : </a:t>
            </a:r>
            <a:r>
              <a:rPr lang="en-US" sz="40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Simplex Wireless Communication Using LoRa</a:t>
            </a:r>
            <a:endParaRPr lang="en-GB" sz="4000" b="1" dirty="0">
              <a:solidFill>
                <a:srgbClr val="FF3300"/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2231A43-5A91-F588-DDD7-DED9CA85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04E2236-3CA4-9CDB-C0D7-D24B8848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9B0929-3437-4F77-533F-EC9F0F17D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465" y="1843088"/>
            <a:ext cx="8495070" cy="477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33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C4274-0BC7-E5EF-088F-BD875E3B0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CFL10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Simplex Wireless Communication Using LoRa</a:t>
            </a:r>
            <a:br>
              <a:rPr lang="en-GB" b="1" dirty="0">
                <a:solidFill>
                  <a:srgbClr val="FF3300"/>
                </a:solidFill>
                <a:ea typeface="Calibri Light"/>
                <a:cs typeface="Calibri Light"/>
              </a:rPr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B0523-43A1-5188-74B5-AA54D6F3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E7325E-16A8-37B0-D9C0-59CFF912B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6</a:t>
            </a:fld>
            <a:endParaRPr lang="en-GB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8FA00784-A6C8-21AF-166E-56CAD34BFCA8}"/>
              </a:ext>
            </a:extLst>
          </p:cNvPr>
          <p:cNvSpPr txBox="1"/>
          <p:nvPr/>
        </p:nvSpPr>
        <p:spPr bwMode="auto">
          <a:xfrm>
            <a:off x="591524" y="4777147"/>
            <a:ext cx="51464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CFL10 (CFL10_Simplex_Wireless_LoRa_Receiver.ino)</a:t>
            </a:r>
          </a:p>
          <a:p>
            <a:pPr>
              <a:defRPr/>
            </a:pPr>
            <a:r>
              <a:rPr lang="en-US" b="1" dirty="0"/>
              <a:t>(CFL10_Simplex_Wireless_LoRa_Transmitter.ino)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2B00B0-CCED-AFF3-7FC3-23132D23A4A8}"/>
              </a:ext>
            </a:extLst>
          </p:cNvPr>
          <p:cNvSpPr txBox="1"/>
          <p:nvPr/>
        </p:nvSpPr>
        <p:spPr>
          <a:xfrm>
            <a:off x="838200" y="1690688"/>
            <a:ext cx="3244645" cy="304698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/>
              <a:t>setup()</a:t>
            </a:r>
          </a:p>
          <a:p>
            <a:r>
              <a:rPr lang="en-GB" sz="1200" dirty="0"/>
              <a:t>    • Start Serial communication</a:t>
            </a:r>
          </a:p>
          <a:p>
            <a:r>
              <a:rPr lang="en-GB" sz="1200" dirty="0"/>
              <a:t>    • Configure potentiometer pin as INPUT</a:t>
            </a:r>
          </a:p>
          <a:p>
            <a:r>
              <a:rPr lang="en-GB" sz="1200" dirty="0"/>
              <a:t>    • Initialise OLED display</a:t>
            </a:r>
          </a:p>
          <a:p>
            <a:r>
              <a:rPr lang="en-GB" sz="1200" dirty="0"/>
              <a:t>    • Show “LoRa TX Starting…” on OLED</a:t>
            </a:r>
          </a:p>
          <a:p>
            <a:r>
              <a:rPr lang="en-GB" sz="1200" dirty="0"/>
              <a:t>    • Reset and initialise LoRa module (SX1278)</a:t>
            </a:r>
          </a:p>
          <a:p>
            <a:r>
              <a:rPr lang="en-GB" sz="1200" dirty="0"/>
              <a:t>    • Set LoRa frequency to 433 MHz</a:t>
            </a:r>
          </a:p>
          <a:p>
            <a:r>
              <a:rPr lang="en-GB" sz="1200" dirty="0"/>
              <a:t>    • Display “LoRa Ready” on OLED</a:t>
            </a:r>
          </a:p>
          <a:p>
            <a:endParaRPr lang="en-GB" sz="1200" dirty="0"/>
          </a:p>
          <a:p>
            <a:r>
              <a:rPr lang="en-GB" sz="1200" dirty="0"/>
              <a:t>loop()</a:t>
            </a:r>
          </a:p>
          <a:p>
            <a:r>
              <a:rPr lang="en-GB" sz="1200" dirty="0"/>
              <a:t>    • Read potentiometer analogue value</a:t>
            </a:r>
          </a:p>
          <a:p>
            <a:r>
              <a:rPr lang="en-GB" sz="1200" dirty="0"/>
              <a:t>    • Create message containing pot value</a:t>
            </a:r>
          </a:p>
          <a:p>
            <a:r>
              <a:rPr lang="en-GB" sz="1200" dirty="0"/>
              <a:t>    • Send message using LoRa packet</a:t>
            </a:r>
          </a:p>
          <a:p>
            <a:r>
              <a:rPr lang="en-GB" sz="1200" dirty="0"/>
              <a:t>    • Print sent data to Serial Monitor</a:t>
            </a:r>
          </a:p>
          <a:p>
            <a:r>
              <a:rPr lang="en-GB" sz="1200" dirty="0"/>
              <a:t>    • Display transmitted value on OLED</a:t>
            </a:r>
          </a:p>
          <a:p>
            <a:r>
              <a:rPr lang="en-GB" sz="1200" dirty="0"/>
              <a:t>    • Wait for 2 seconds before next transmission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2F245-C6FF-B2C1-88F4-01656F024985}"/>
              </a:ext>
            </a:extLst>
          </p:cNvPr>
          <p:cNvSpPr txBox="1"/>
          <p:nvPr/>
        </p:nvSpPr>
        <p:spPr>
          <a:xfrm>
            <a:off x="6882580" y="1690228"/>
            <a:ext cx="3313472" cy="267765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/>
              <a:t>setup()</a:t>
            </a:r>
          </a:p>
          <a:p>
            <a:r>
              <a:rPr lang="en-GB" sz="1200" dirty="0"/>
              <a:t>    • Start Serial communication</a:t>
            </a:r>
          </a:p>
          <a:p>
            <a:r>
              <a:rPr lang="en-GB" sz="1200" dirty="0"/>
              <a:t>    • Initialise OLED display</a:t>
            </a:r>
          </a:p>
          <a:p>
            <a:r>
              <a:rPr lang="en-GB" sz="1200" dirty="0"/>
              <a:t>    • Show “LoRa RX Starting…” on OLED</a:t>
            </a:r>
          </a:p>
          <a:p>
            <a:r>
              <a:rPr lang="en-GB" sz="1200" dirty="0"/>
              <a:t>    • Reset and initialise LoRa module (SX1278)</a:t>
            </a:r>
          </a:p>
          <a:p>
            <a:r>
              <a:rPr lang="en-GB" sz="1200" dirty="0"/>
              <a:t>    • Set LoRa frequency to 433 MHz</a:t>
            </a:r>
          </a:p>
          <a:p>
            <a:r>
              <a:rPr lang="en-GB" sz="1200" dirty="0"/>
              <a:t>    • Display “LoRa Ready” on OLED</a:t>
            </a:r>
          </a:p>
          <a:p>
            <a:endParaRPr lang="en-GB" sz="1200" dirty="0"/>
          </a:p>
          <a:p>
            <a:r>
              <a:rPr lang="en-GB" sz="1200" dirty="0"/>
              <a:t>loop()</a:t>
            </a:r>
          </a:p>
          <a:p>
            <a:r>
              <a:rPr lang="en-GB" sz="1200" dirty="0"/>
              <a:t>    • Check if a LoRa packet is received</a:t>
            </a:r>
          </a:p>
          <a:p>
            <a:r>
              <a:rPr lang="en-GB" sz="1200" dirty="0"/>
              <a:t>    • Read incoming LoRa message</a:t>
            </a:r>
          </a:p>
          <a:p>
            <a:r>
              <a:rPr lang="en-GB" sz="1200" dirty="0"/>
              <a:t>    • Print received data to Serial Monitor</a:t>
            </a:r>
          </a:p>
          <a:p>
            <a:r>
              <a:rPr lang="en-GB" sz="1200" dirty="0"/>
              <a:t>    • Extract potentiometer value from message</a:t>
            </a:r>
          </a:p>
          <a:p>
            <a:r>
              <a:rPr lang="en-GB" sz="1200" dirty="0"/>
              <a:t>    • Display received pot value on OLED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9D9848-32E1-A2E4-A621-B34C1E62F36E}"/>
              </a:ext>
            </a:extLst>
          </p:cNvPr>
          <p:cNvSpPr txBox="1"/>
          <p:nvPr/>
        </p:nvSpPr>
        <p:spPr>
          <a:xfrm>
            <a:off x="1629696" y="1360827"/>
            <a:ext cx="2696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LoRa Transmitter: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C495C2-095A-DA47-073B-0137E4521121}"/>
              </a:ext>
            </a:extLst>
          </p:cNvPr>
          <p:cNvSpPr txBox="1"/>
          <p:nvPr/>
        </p:nvSpPr>
        <p:spPr>
          <a:xfrm>
            <a:off x="6773840" y="1360827"/>
            <a:ext cx="2132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LoRa Receiver:</a:t>
            </a:r>
          </a:p>
        </p:txBody>
      </p:sp>
    </p:spTree>
    <p:extLst>
      <p:ext uri="{BB962C8B-B14F-4D97-AF65-F5344CB8AC3E}">
        <p14:creationId xmlns:p14="http://schemas.microsoft.com/office/powerpoint/2010/main" val="2170613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A69B5-463E-D00C-2537-19DD944AE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CFL10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Simplex Wireless Sensor Data (DHT11 and MQ-135) Communication Using LoRa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D268F-E943-6E3F-49A5-61738173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E68B4E-F073-3A02-E9F9-71B672595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7</a:t>
            </a:fld>
            <a:endParaRPr lang="en-GB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FEB12746-FD9F-9234-B13E-1FBEC3492422}"/>
              </a:ext>
            </a:extLst>
          </p:cNvPr>
          <p:cNvSpPr txBox="1"/>
          <p:nvPr/>
        </p:nvSpPr>
        <p:spPr bwMode="auto">
          <a:xfrm>
            <a:off x="838200" y="5298256"/>
            <a:ext cx="51464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CFL10 (</a:t>
            </a:r>
            <a:r>
              <a:rPr lang="fr-FR" b="1" dirty="0"/>
              <a:t>CFL10_Simplex_LoRa_DHT_Pollution_Rx</a:t>
            </a:r>
            <a:r>
              <a:rPr lang="en-GB" b="1" dirty="0"/>
              <a:t>.ino)</a:t>
            </a:r>
          </a:p>
          <a:p>
            <a:pPr>
              <a:defRPr/>
            </a:pPr>
            <a:r>
              <a:rPr lang="en-US" b="1" dirty="0"/>
              <a:t>(</a:t>
            </a:r>
            <a:r>
              <a:rPr lang="fr-FR" b="1" dirty="0"/>
              <a:t>CFL10_Simplex_LoRa_DHT_Pollution_Tx</a:t>
            </a:r>
            <a:r>
              <a:rPr lang="en-US" b="1" dirty="0"/>
              <a:t>.ino)</a:t>
            </a:r>
            <a:endParaRPr lang="en-GB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AEDA40-0655-2F1F-1560-1FC2226AD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165788"/>
              </p:ext>
            </p:extLst>
          </p:nvPr>
        </p:nvGraphicFramePr>
        <p:xfrm>
          <a:off x="973395" y="1690688"/>
          <a:ext cx="28425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296">
                  <a:extLst>
                    <a:ext uri="{9D8B030D-6E8A-4147-A177-3AD203B41FA5}">
                      <a16:colId xmlns:a16="http://schemas.microsoft.com/office/drawing/2014/main" val="1233141021"/>
                    </a:ext>
                  </a:extLst>
                </a:gridCol>
                <a:gridCol w="1421296">
                  <a:extLst>
                    <a:ext uri="{9D8B030D-6E8A-4147-A177-3AD203B41FA5}">
                      <a16:colId xmlns:a16="http://schemas.microsoft.com/office/drawing/2014/main" val="3696644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DHT11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ESP32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58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579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392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52587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6F2E541-F532-B1FF-6E70-F970212C1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569503"/>
              </p:ext>
            </p:extLst>
          </p:nvPr>
        </p:nvGraphicFramePr>
        <p:xfrm>
          <a:off x="973395" y="3464515"/>
          <a:ext cx="28425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296">
                  <a:extLst>
                    <a:ext uri="{9D8B030D-6E8A-4147-A177-3AD203B41FA5}">
                      <a16:colId xmlns:a16="http://schemas.microsoft.com/office/drawing/2014/main" val="1233141021"/>
                    </a:ext>
                  </a:extLst>
                </a:gridCol>
                <a:gridCol w="1421296">
                  <a:extLst>
                    <a:ext uri="{9D8B030D-6E8A-4147-A177-3AD203B41FA5}">
                      <a16:colId xmlns:a16="http://schemas.microsoft.com/office/drawing/2014/main" val="3696644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MQ-135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ESP32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58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579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392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525877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6A01BE8A-8709-B36A-376A-F1FA51843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290" y="1582994"/>
            <a:ext cx="7569084" cy="39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125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1703</TotalTime>
  <Words>427</Words>
  <Application>Microsoft Office PowerPoint</Application>
  <PresentationFormat>Widescreen</PresentationFormat>
  <Paragraphs>99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Communication Kit (Kit 3)</vt:lpstr>
      <vt:lpstr>Communication Kit : Contents</vt:lpstr>
      <vt:lpstr>Kit 3 Communication Creative Board - Features</vt:lpstr>
      <vt:lpstr>CFL10 : Simplex Wireless Communication Using LoRa</vt:lpstr>
      <vt:lpstr>PowerPoint Presentation</vt:lpstr>
      <vt:lpstr> CFL10 : Simplex Wireless Communication Using LoRa </vt:lpstr>
      <vt:lpstr>CFL10 : Simplex Wireless Sensor Data (DHT11 and MQ-135) Communication Using LoRa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54</cp:revision>
  <dcterms:created xsi:type="dcterms:W3CDTF">2025-12-15T19:48:42Z</dcterms:created>
  <dcterms:modified xsi:type="dcterms:W3CDTF">2026-01-07T13:55:21Z</dcterms:modified>
</cp:coreProperties>
</file>