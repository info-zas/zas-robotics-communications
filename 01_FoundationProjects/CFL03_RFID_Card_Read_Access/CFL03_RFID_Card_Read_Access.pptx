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561" r:id="rId3"/>
    <p:sldId id="260" r:id="rId4"/>
    <p:sldId id="257" r:id="rId5"/>
    <p:sldId id="266" r:id="rId6"/>
    <p:sldId id="267" r:id="rId7"/>
    <p:sldId id="563" r:id="rId8"/>
    <p:sldId id="564" r:id="rId9"/>
    <p:sldId id="5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03.67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2157 14 1112,'0'0'4604,"-40"0"77,12 0-3264,11 1-835,0-1-1,0-1 1,-26-4-1,32 3-401,1 1-1,0 0 0,-20 2 1,-16-2 245,-12-3 246,-73 5 1,40 1-160,39-3-457,33 0-51,-1 0-1,1 1 1,-1 1-1,1 1 1,-1 0 0,-29 9-1,20-1 0,-20 7 16,-90 46 1,127-56-20,-79 42-6,3 4 0,-86 68 0,159-109 13,-267 233 13,231-196-15,3 2 0,-71 95 0,58-70-13,39-51-24,-30 45 0,-74 112 48,121-175-81,4-5-8,-1 0-1,1 0 1,-1 1-1,0-1 1,0 0-1,0 0 0,0-1 1,0 1-1,0 0 1,0-1-1,-4 3 1,6-24-2418,0-1-386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05.05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34 1744,'0'0'5899,"0"-3"-5455,0-28 5236,0 50-5220,0 36 128,6 154 168,2-69 20,1-140-833,26 0 143,24 0-4,66-8 0,-108 6-78,0-1 0,0 0 0,-1-1 0,1-1 0,-1-1 0,0 0 0,0-2 0,23-13 0,-38 20-58,0 0 1,0 0 0,0 0-1,0 0 1,0 0 0,0 0-1,0 0 1,0 0 0,0 0-1,-1 0 1,1-1 0,0 1-1,-1 0 1,1-1 0,-1 1-1,1-2 1,0-22-4192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07.19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37 45 2457,'0'0'6126,"-2"-6"-5491,-10-32 2318,12 38-2874,-1 0-1,1 0 0,-1 0 1,-6 2 1645,6-1-1646,-1 5-61,0 1 1,0-1-1,1 1 0,0 0 0,1-1 0,-1 11 1,1-1 33,-3 246 708,4-139-599,0-89-123,9 64-1,-5-49-237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14.18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 94 936,'-3'-5'11319,"0"-6"-10825,11 6-475,-1 1 0,1 0 0,0 0 0,0 0 0,1 1 0,-1 1 1,13-3-1,8-3 15,78-20 29,-90 24-43,0 1-75,0 1 0,34 1-1,-49 3 61,0 0-1,0 0 0,-1 0 1,1 0-1,-1 1 0,1-1 0,-1 1 1,0-1-1,0 1 0,1 3 1,-2-4 7,4 10 113,-1 1 0,0 0 0,1 20 0,7 29 116,-10-60-219,0 1 0,-1-1 0,0 1 0,1 0 0,-1-1 0,0 1 0,0 0 0,-1-1 0,1 1 0,0-1 0,-1 1 0,0 0 0,1-1 0,-1 1 0,0-1 0,0 0 1,-1 1-1,1-1 0,0 0 0,-1 0 0,0 1 0,1-1 0,-1 0 0,0-1 0,0 1 0,-3 2 0,-6 4 16,0 0 0,0-1 0,-25 11-1,21-11-34,-102 60 1563,117-67-1545,17 2 287,25-2-466,-39 0 253,6 1-90,0-1-1,0 2 0,0-1 0,-1 1 0,1 1 0,-1-1 0,1 1 0,-1 1 0,8 4 0,11 7 9,31 25-1,-10-6 49,6 4 26,14 8-12,-37-24-1220,-69-22-4197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15.42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107 286 1592,'-3'-3'9102,"-10"-4"-6517,19 28-1825,69 137-49,-60-116-528,-5-12 20,29 58 0,-33-82-17,-4-11 272,-3-15-223,-9-11-183,-1 1-1,-2 0 1,-19-32-1,-4-10-14,-74-148-8,105 209-52,0-1 0,0 0 0,1-1 0,1 1 0,0-1 0,1 1 0,0-1 0,1 0 0,0-14-1,2 27 31,225 0-123,-201-7-64,-5 1-1124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15.83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62 1800,'0'0'7078,"6"-2"-6203,18-10-253,2-1 1,52-17-1,-45 26-935,-10 3-2876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16.51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0 3913,'0'0'5764,"0"20"-4568,1-10-887,0 1 0,1-1-1,0 0 1,0 0 0,1 0 0,7 17 0,33 60 42,-22-46-110,68 119 127,-38-72-628,-49-85-169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16.81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0 128 4153,'0'0'6705,"20"-15"-6154,7-9-373,-6 7-30,0 1 0,31-20 0,-47 34-146,0-1 1,0 0 0,0 1-1,1 0 1,-1 0 0,1 1 0,-1-1-1,1 1 1,-1 1 0,8-1 0,16 0-3177,-20 1 1443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17.31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0 144 3321,'0'0'5566,"5"-10"-5039,-2 6-466,0 0-1,0 0 1,1 0-1,0 1 1,-1 0-1,1 0 1,0 0-1,1 0 1,-1 0 0,7-2-1,51-19 783,-38 16-674,106-26 175,-103 28-326,-24 6-262,1 0-1,-1-1 0,0 1 1,0-1-1,1 0 0,-1 0 1,0 0-1,0 0 1,0-1-1,0 1 0,-1-1 1,1 0-1,0 0 1,-1 0-1,4-3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17.77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1664,'0'0'9765,"0"26"-8865,2-6-782,0 0 0,2 0 0,1-1 1,0 1-1,2-1 0,0-1 0,1 1 0,12 21 0,9 22 113,-4-1-484,57 97-1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18.29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32 4385,'0'0'6199,"2"-5"-6011,-2 4-180,1-1 1,-1 1 0,1 0 0,-1 0-1,1-1 1,-1 1 0,1 0-1,0 0 1,0 0 0,0 0 0,0 0-1,-1 0 1,1 0 0,0 0 0,1 0-1,-1 0 1,0 0 0,0 1-1,0-1 1,0 0 0,2 0 0,36-2 241,-38 3-247,103-1 246,109 3 236,-209-2-489,-1 0 1,1 1 0,0-1 0,0 1-1,0 0 1,-1 0 0,1 0 0,0 1-1,-1-1 1,1 1 0,-1 0 0,1 0-1,-1 0 1,0 1 0,0-1 0,0 1 0,4 5-1,-3-4 38,-1 1-1,0 0 0,-1 0 0,1 0 0,-1 0 1,0 0-1,0 0 0,-1 1 0,1-1 1,-1 1-1,0 7 0,0-2 27,-1-1 0,0 1 0,-1-1-1,0 1 1,0 0 0,-1-1 0,-1 0 0,0 1 0,0-1 0,-1 0 0,0-1 0,-10 16-1,-20 19-45,-2-1 0,-67 60 0,-1 2-2353,82-78-729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19.13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198 22 3777,'0'0'5400,"-4"-3"-4668,2 1-623,-1 0 1,1 0 0,-1 0-1,1 1 1,-1-1 0,0 1-1,0 0 1,0 0 0,0 0-1,0 0 1,0 0 0,0 1-1,0-1 1,0 1 0,0 0-1,0 0 1,0 0-1,0 0 1,0 0 0,0 1-1,-6 1 1,3 0-71,1 0 0,-1 0 0,1 1 1,-1 0-1,1 0 0,0 1 0,0-1 0,0 1 0,1 0 0,0 0 1,-5 6-1,3-4-3,0 1 0,0 0 0,1 0 0,0 1 1,1-1-1,-1 1 0,1 0 0,1 0 0,0 0 0,0 1 1,1-1-1,-1 1 0,2 0 0,0 0 0,0-1 0,0 11 1,1-12-34,0 0 1,0 0 0,1 0 0,0 0 0,0 0 0,1 0 0,-1 0 0,7 13 0,-5-15-5,0 0 0,0-1 0,1 1 0,0 0 0,0-1 0,0 0-1,1 0 1,-1 0 0,1-1 0,0 0 0,7 4 0,4 2 17,0-1 0,0-1 0,1 0 0,0-2 0,0 0 0,19 3 0,-2-3-339,0-1 1,41-2 0,-65-2 55,1-1 1,-1-1-1,1 1 0,-1-2 0,0 1 0,0-1 0,0-1 0,0 0 0,0 0 0,-1-1 0,0-1 0,0 1 0,14-12 1,19-16-3370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19.71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216 5 5145,'0'0'5568,"-19"8"-5335,-60 28 69,71-32-236,1 0-1,-1 1 1,1-1 0,1 2 0,-1-1 0,1 1-1,0 0 1,0 0 0,0 0 0,1 1 0,0 0-1,0 0 1,1 1 0,0-1 0,-4 12 0,4-12 17,1 2-19,0 1 1,0-1-1,1 1 1,0-1-1,1 1 1,0 0-1,0 0 1,1 0-1,0 0 1,3 11-1,-3-19-67,0 0 0,1 0 0,-1 0-1,1 0 1,0 0 0,-1-1-1,1 1 1,0 0 0,0-1-1,0 1 1,1 0 0,-1-1 0,0 1-1,0-1 1,1 0 0,-1 1-1,1-1 1,-1 0 0,1 0-1,0 0 1,-1 0 0,1 0-1,0 0 1,0-1 0,0 1 0,0-1-1,-1 1 1,4 0 0,7 1 34,0-1 1,0 0-1,19-1 0,-21 0-13,-1 0-20,-1-1 0,0-1 0,1 1 0,-1-1 0,0-1 0,0 0-1,0 0 1,-1 0 0,1-1 0,-1 0 0,1-1 0,-1 1-1,-1-1 1,1-1 0,-1 1 0,0-1 0,9-11 0,-8 9-11,-1-1 0,0 1 1,0-1-1,0 0 0,-1-1 1,-1 0-1,0 1 0,0-1 1,-1-1-1,0 1 0,-1 0 1,0-1-1,1-17 0,-3 21 9,0-2-52,0 0 0,-1-1 0,-2-14 0,2 22 44,1 0 1,-1 0-1,1 0 1,-1 0-1,0 0 1,0 0-1,1 1 1,-2-1-1,1 0 1,0 0-1,0 1 1,0-1-1,-1 1 1,1-1-1,-1 1 1,1 0-1,-1-1 1,0 1-1,1 0 1,-1 0-1,0 0 0,-3-1 1,4 2 29,1 0 1,0-1-1,-1 1 0,1 0 1,0 0-1,-1 0 1,1 0-1,-1 0 0,1 0 1,0 0-1,-1 0 0,1 0 1,-1 0-1,1 0 1,0 0-1,-1 0 0,1 0 1,0 0-1,-1 0 0,1 1 1,-1-1-1,1 0 1,0 0-1,-1 0 0,1 0 1,0 1-1,-1-1 0,1 0 1,0 1-1,0-1 1,-1 0-1,1 0 0,0 1 1,0-1-1,-1 0 0,1 1 1,0-1-1,0 0 0,0 1 1,1 21 120,0-15-143,1-1-1,0 0 0,0 0 0,1 0 0,5 7 1,3 1-74,2 0 1,0-2 0,1 1 0,0-2-1,1 0 1,0 0 0,0-2 0,18 9-1,38 13-5402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20.15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0 109 6161,'0'0'5456,"24"27"-4904,73 86-176,-48-50-118,-30-24-96,-15-31-139,-1 7 88,-11-14 204,6-3-297,0 1-1,-1-1 0,1 0 0,0 1 1,0-1-1,0 0 0,0 0 0,-3-5 1,-5-10-299,0-2 0,2 1 0,0-1 0,1-1 0,1 1 0,0-1 0,2 0 0,0 0 0,1-1 0,1 1 0,1-1 1,1 1-1,4-33 0,-3 51 225,-1 1 0,1-1 1,-1 0-1,1 0 0,0 0 0,-1 0 1,1 0-1,0 1 0,0-1 1,0 0-1,1 1 0,-1-1 1,0 0-1,1 1 0,-1 0 0,1-1 1,-1 1-1,1 0 0,-1 0 1,1 0-1,0 0 0,0 0 0,3-1 1,3 0-441,0 0 1,0 0-1,-1 1 1,15-1 0,3 1-1831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20.83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206 1 6209,'0'0'7109,"5"30"-6643,19 100-79,-20-114-290,0 1 1,1-1-1,1 0 1,0-1-1,16 28 0,-3-6 1,-6-11-70,8 18 46,18 51 0,-39-92-77,1-1 1,0 1-1,0-1 1,0 1-1,0-1 1,0 1-1,0-1 1,1 0-1,-1 0 1,1 1-1,0-1 1,-1 0-1,1-1 1,2 3-1,-3-3-94,-1-1 37,3 0 41,-3 0 35,0-2-21,0 0 1,-1 0-1,1 0 0,-1 0 0,0 0 0,1 0 1,-1 1-1,0-1 0,0 0 0,0 1 0,0-1 1,0 1-1,-1-1 0,-1-2 0,-27-21-79,11 9 39,2 0 27,-1 0 0,0 1 1,-39-24-1,47 34-16,-1-1 0,1 1 0,-1 1-1,-1 0 1,1 1 0,0 0 0,-1 0 0,0 2 0,-22-2 0,30 3 30,0 0 1,0 0-1,0 0 1,0 1-1,-1-1 1,1 1-1,0 0 1,0 0 0,1 1-1,-1-1 1,0 1-1,-7 4 1,9-4 8,-1 1-1,1-1 1,0 1 0,0-1 0,0 1 0,0 0-1,0 0 1,0 0 0,1 0 0,0 1 0,-1-1-1,1 0 1,1 1 0,-1-1 0,-1 6 0,0 3 28,0 1 0,1 0 0,1-1-1,0 1 1,0 0 0,3 14 0,-1-19-27,0-1 0,0 1 0,0-1 0,1 1 0,1-1 0,-1 0 0,1 0 0,0 0 0,1 0 0,8 9 0,-7-8-20,1-1 0,0 0 0,0 0 0,0 0 0,1-1 0,0 0 0,0-1 0,1 0 0,-1 0 0,1-1 1,0 0-1,1 0 0,-1-1 0,0 0 0,1-1 0,0 0 0,17 1 0,-22-3 15,-1 0 0,1 0 0,0 0 0,0-1 0,0 1 1,-1-1-1,1 0 0,0-1 0,-1 1 0,1-1 0,-1 0 0,1 0 0,-1 0 0,0-1 0,0 1 0,0-1 1,0 0-1,0 0 0,-1 0 0,1-1 0,-1 0 0,0 1 0,0-1 0,0 0 0,-1 0 0,4-7 0,5-9-1790,15-38-1,-13 24-2650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22.65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4 4321,'0'0'5408,"4"0"-5142,2-1-163,0 0-1,-1 0 0,1 1 1,0 0-1,0 0 0,-1 0 1,1 1-1,0 0 0,-1 0 1,1 1-1,-1-1 0,1 1 1,-1 0-1,0 1 0,1-1 1,-1 1-1,7 5 0,22 19 188,-1 2-1,-2 2 0,0 0 1,-3 2-1,0 1 1,32 53-1,-46-55-170,-1 1 1,-1 0-1,-2 1 1,10 57-1,-14-58-37,-6-33-82,48 241 387,-38-174-345,1 111 0,-10-102-34,1-26 42,-2 1-1,-14 92 1,11-131-50,0 1 0,-2-1 1,1 0-1,-2 0 0,-11 18 1,-40 55-2,42-65 1,-94 114 182,94-118-159,-29 25 0,30-29 5,0 1 0,-18 21 0,-19 23 323,51-76-938,1 6-23,0 0-1,1 0 1,5-17-1,-1 2-1836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23.60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2865,'2'8'9776,"8"36"-8882,23 125 247,-25-135-991,-4-14-68,2 3 29,-1 0 0,-2-1 0,1 32-1,-4 24 794,2-78-897,0 0 0,-1 0-1,1 0 1,-1-1-1,1 1 1,0-1-1,-1 1 1,1-1 0,-1 1-1,0-1 1,1 0-1,1-1 1,13-8 3,0 1 0,1 1 0,0 1 0,0 0 0,0 1 0,1 0 0,0 2 0,1 0 0,-1 1 0,22 0 1,-7 2 16,0 0 0,39-9 0,-35 7-11,9-3-1,-32 2-40,-13 4 0,0 0 0,0 0-1,0 0 1,0 0 0,1-1 0,-1 1 0,0-1-1,0 1 1,0-1 0,-1 1 0,1-1 0,0 1-1,0-1 1,0 0 0,1 0 0,1-26-4084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24.40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 5 4729,'0'0'8126,"0"0"-8100,0-1 0,0 1 1,0 0-1,0 0 1,0 0-1,0 0 0,0-1 1,0 1-1,0 0 0,-1 0 1,1 0-1,0 0 0,0 0 1,0-1-1,-1 0 185,1 1-185,0 0 1,0 0-1,0 0 0,0 0 1,0 0-1,-1 0 0,1 0 1,0 0-1,0 0 0,0 0 1,0 0-1,0 0 1,-1 0-1,1 0 0,0 0 1,0 0-1,0 0 0,0 0 1,-1 0-1,1 0 0,0 0 1,0 0-1,0 0 0,0 0 1,0 0-1,-1 0 0,1 0 1,-1 1 184,1-1-185,0 0 0,0 0 1,0 1-1,2 16 104,0 1 1,2-1-1,0 0 1,1 0-1,1-1 0,14 32 1,9 23 71,4 22-102,-18-54-116,-1 2 0,14 71 0,-27-108-339,1 6 496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24.94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157 1 5433,'0'0'7407,"0"21"-6967,-2 70-89,2-85-299,0 0-1,-1 0 1,0 0 0,0-1 0,-1 1-1,0 0 1,0-1 0,0 1-1,0-1 1,-1 1 0,0-1 0,0 0-1,0 0 1,-1 0 0,0-1-1,-4 5 1,4-4-22,-1 1-11,-1-1 0,0 0 0,0 0 0,0 0-1,0-1 1,-1 0 0,1 0 0,-1 0-1,-12 4 1,5-2-8,8-4 2,6-2-20,-1 1 0,0-1 1,0 0-1,1 0 0,-1 0 0,0 1 1,0-1-1,1 0 0,-1 1 0,0-1 1,1 1-1,-1-1 0,0 0 0,1 1 1,-1 0-1,1-1 0,-1 1 0,1-1 1,-1 1-1,1 0 0,0-1 0,-1 1 1,1 0-1,0-1 0,-1 1 0,1 0 1,0 0-1,0-1 0,-1 1 0,1 0 1,0 0-1,0-1 0,0 1 0,0 0 1,0 0-1,0-1 0,1 1 0,-1 0 1,0 0-1,0-1 0,0 1 0,1 1 1,3 0-5,0 1 0,-1-1 0,1-1 0,0 1 1,0-1-1,0 1 0,1-1 0,5 1 0,0 0 26,27 10 98,12 2-20,0 3 1,-2 1-1,75 41 1,-64-23-829,-57-36 771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25.45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49 225 4689,'0'0'3142,"21"-21"-3001,69-65 46,-86 82-143,1-1 0,0 0 1,-1 0-1,0 0 0,0 0 0,-1-1 0,1 0 0,4-12 0,-7 15 20,-1 0 0,1-1 0,-1 1 0,0 0 1,0-1-1,0 1 0,0 0 0,0-1 0,-1 1 0,-1-6 0,1 8-33,1 0 1,-1 0-1,0 1 1,1-1-1,-1 0 1,0 0-1,0 0 1,0 0-1,0 1 1,1-1-1,-1 0 1,0 1-1,0-1 1,0 1-1,-1-1 1,1 1-1,0-1 1,0 1-1,0 0 1,0 0-1,0-1 1,0 1-1,-2 0 1,-32-2 52,32 2-63,-15 0-15,10 0 2,0 0 1,-1 0-1,1 0 0,0 1 1,-15 4-1,20-4 14,1 0-1,-1 0 1,1 1-1,-1-1 1,1 1-1,-1-1 1,1 1-1,0 0 1,0 0-1,0 0 1,0 0-1,0 0 1,1 1-1,-1-1 1,1 0-1,-1 1 1,1-1 0,0 1-1,0 0 1,0-1-1,-1 5 1,-1 4 203,0 1 0,0-1 1,1 1-1,1 0 1,0 0-1,1 0 0,0 0 1,1 0-1,3 19 0,-3-25-159,1 0-1,0 0 1,0-1-1,0 1 1,1-1-1,0 1 1,0-1-1,0 0 1,1 0-1,-1-1 1,1 1-1,0-1 1,1 1-1,-1-1 1,1 0-1,0-1 0,0 1 1,0-1-1,0 0 1,8 3-1,1-1-265,-1 0-1,1-1 0,0-1 1,0 0-1,0-1 0,0 0 1,0-1-1,1-1 1,-1 0-1,19-3 0,-31 3-70,0-1-1,-1 1 1,1-1 0,0 0-1,0 1 1,-1-1 0,1 0-1,-1 0 1,1 0-1,0 0 1,-1 0 0,0 0-1,1-1 1,-1 1-1,3-3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26.03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40 5601,'0'0'6960,"21"5"-6776,64 15-120,-77-18-45,0 0-1,0-1 0,-1-1 0,16 1 1,-20-2-7,0 1 0,-1 0 1,1-1-1,-1 0 1,1 1-1,-1-1 1,1 0-1,-1 0 0,0 0 1,1-1-1,2-1 1,-2-1-5,0 0 1,0 1 0,0-1 0,0-1-1,-1 1 1,1 0 0,-1-1 0,0 1 0,0-1-1,-1 0 1,2-6 0,-2 24 1378,-1 1-1266,1 0 0,0 0 0,1 0 0,6 27 0,42 50 386,-8-16-278,91 215 300,-126-275-498,-1 0 0,-1 1 0,0 0 0,-1 0 1,-1 0-1,0 0 0,-2 0 0,1 1 0,-3 32 1,0-48-32,1 1 0,-1 0 0,0 0 0,1-1 0,-1 1 0,0-1 0,0 1 0,0-1 0,0 1 0,0-1 0,0 0 0,-1 1 0,1-1 0,0 0 0,-1 0 0,1 0 0,-1 0 0,1 0 0,-1 0 0,-2 1 0,-40 10-143,27-8-12,6-1-64,0 0 0,0-1-1,-1 0 1,-16 0 0,25-2-11,-1 0 1,1 0-1,-1-1 1,1 1-1,-1-1 1,1 0-1,0 0 1,-1 0-1,1-1 1,0 1-1,0-1 1,0 0-1,0 1 1,0-1-1,0-1 1,0 1-1,0 0 1,-2-4-1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26.79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169 538 4841,'0'0'8659,"6"19"-8107,3 12-348,2-2 0,1 1 0,23 40 1,-26-56-82,-2-1-24,1-1 0,0 0 1,0 0-1,17 16 581,-100-181-153,8 34-670,25 49-72,4-2 0,-32-86 1,66 148 200,1 0 0,1 1-1,0-1 1,0 0 0,1 0 0,0-17 0,1 26 14,1 0-1,-1 1 1,0-1-1,1 0 1,-1 0 0,0 0-1,1 1 1,-1-1-1,1 0 1,0 0 0,-1 1-1,1-1 1,-1 0 0,1 1-1,0-1 1,0 1-1,-1-1 1,1 1 0,0-1-1,0 1 1,0 0-1,-1-1 1,1 1 0,1-1-1,28-8 0,-14 5 3,21-10 22,0-2 1,65-40-1,-91 48-146,-7 5-221,0 0 0,0 0 1,1 0-1,-1 1 0,1 0 0,-1-1 0,1 2 1,0-1-1,0 0 0,6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27.02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0 125 7418,'0'0'3696,"187"-112"-5040,-160 100-1120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27.50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27 1 6249,'0'0'8346,"-4"31"-7868,-12 102-176,13-112-231,1-1 0,1 0 0,0 1 0,5 36 0,-4-57-71,1 4 1,0 0 0,0 0 0,0 0 0,1 0 0,0 0 0,-1 0 0,2-1 0,-1 1 0,0 0 0,1-1 0,-1 0 0,1 0 0,0 0 0,0 0 0,0 0 0,0 0 0,5 2 0,-3-2 0,0 1-1,0-1 1,1-1 0,-1 1 0,1-1-1,0 0 1,-1 0 0,1-1 0,0 1-1,0-1 1,9 0 0,-10-1 8,0 1 0,0-1 0,0-1 1,0 1-1,1-1 0,-1 0 0,0 0 0,0 0 1,0-1-1,-1 0 0,1 0 0,0 0 1,-1 0-1,1-1 0,-1 0 0,1 0 0,-1 0 1,0-1-1,-1 1 0,1-1 0,-1 0 1,5-5-1,-2 1-16,0 0 0,0-1 0,-1 1 0,0-1 0,-1 0 0,0-1 1,0 1-1,-1-1 0,0 1 0,0-1 0,-1 0 0,-1 0 0,0 0 0,0 0 0,-1-1 0,0 1 1,-3-16-1,2 21-34,-1 0 0,0 0 0,1 1 0,-2-1 0,1 1 0,0-1 0,-1 1 0,0 0 0,0 0 0,0 0-1,-1 1 1,1-1 0,-1 1 0,0 0 0,0-1 0,0 2 0,-7-5 0,4 3-54,-1 0-1,1 1 0,-1-1 0,0 2 0,0-1 1,0 1-1,-1 0 0,1 1 0,-15-1 0,16 1 19,0 1-1,0 0 0,0 1 0,0 0 1,1 0-1,-14 4 0,18-4-154,-1 1 0,1-1-1,0 1 1,-1-1 0,1 1 0,0 0 0,0 0 0,0 0-1,0 0 1,1 0 0,-1 1 0,0-1 0,1 1 0,0-1-1,-1 1 1,1-1 0,0 1 0,-1 5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28.22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 0 4889,'0'0'10092,"-1"7"-9834,1 6-170,0 1-1,0-1 0,2 1 1,-1-1-1,2 0 1,0 1-1,0-1 1,1 0-1,1-1 0,11 23 1,4 3-15,2-1 1,1 0 0,2-2-1,1-1 1,59 58-1,-23-37 39,-61-54-97,-2-4-53,1 0 0,-1-1 1,1 1-1,0 0 0,0-1 0,0 1 0,0 0 1,1-5-1,0-5-130,-2-39-120,-1 29 152,2 0-1,0 0 0,5-27 0,-5 47 130,1 0 1,0 1-1,-1-1 1,1 1-1,0 0 1,0-1-1,1 1 1,-1 0-1,0-1 1,1 1-1,-1 0 1,1 0-1,0 0 0,0 1 1,0-1-1,0 0 1,0 1-1,0-1 1,0 1-1,0-1 1,0 1-1,1 0 1,-1 0-1,5-1 1,3 0 17,0 0 0,0 1 0,0 0 1,20 1-1,-14 0-8,-11 1-11,0 0-1,0 0 1,0 0 0,-1 0-1,1 1 1,0 0 0,0 0-1,-1 0 1,0 1 0,1-1-1,-1 1 1,0 0 0,0 1-1,0-1 1,-1 0-1,1 1 1,-1 0 0,0 0-1,0 0 1,4 7 0,-5-7 7,0-1 0,0 1 0,0 0 0,0 0 1,0 0-1,-1 0 0,0 0 0,0 0 0,0 0 0,0 0 0,-1 1 1,1-1-1,-1 0 0,0 0 0,0 1 0,-1-1 0,0 0 0,1 0 1,-1 1-1,0-1 0,-1 0 0,1 0 0,-1 0 0,0-1 0,-2 5 1,-12 9 45,0 0 1,-1-2 0,-1 0 0,0-1-1,-28 16 1,41-27-50,-1 1-35,0-1-1,-1 1 1,1-1-1,-1-1 1,0 1-1,0-1 0,0 0 1,-11 1-1,-31-3-5728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34.44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2 322 1568,'0'0'4697,"0"-5"-4082,-1-1-357,1 0 0,0 0-1,0-1 1,1 1 0,-1 0-1,2 0 1,-1 0 0,1 0-1,-1 0 1,2 0 0,-1 1-1,1-1 1,-1 1 0,2-1-1,-1 1 1,0 0 0,6-6-1,4 0-110,0 0-1,0 1 0,1 0 0,1 1 0,-1 1 0,2 0 1,-1 1-1,31-9 0,13-1 229,68-9 0,-60 13-207,26-7 196,1 4 0,168-7 1,-159 21-175,119 5 12,-185 2-152,-1 2 0,0 1 0,38 15 0,57 13 104,-86-28-145,-1 2 0,0 2 0,-1 2 0,-1 1 0,0 3 0,-1 1 0,72 47 0,2 21 153,160 155-1,-246-210-178,-2 0 0,42 67 0,-19-26 136,-21-33-6,70 102 127,-84-116-195,0 1 0,-2 0 0,17 50 1,62 286 329,-40-140-105,-48-210-246,8 40 107,3-1 0,2 0 0,39 82 0,-46-118-70,-8-13-43,0-1 0,-1 1 0,1-1 0,-1 1 0,0 0 0,0-1 0,0 1-1,0 0 1,0 5 0,1 0-6,7 25 96,-9-29-100,0-3 7,0-4-569,-1 0 357,1-1-1,-1 1 1,1 0-1,0 0 1,0 0-1,0 0 1,2-5 0,-2-3-1640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35.22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21 1584,'0'-3'8501,"0"2"-8389,0 1 0,0-1 1,0 0-1,0 1 0,0-1 1,0 0-1,0 1 0,0-1 1,0 0-1,6-7 1798,-6 7-1798,1 1 0,-1 0 1,1-1-1,-1 1 0,1 0 0,0 0 1,0-1-1,1 1 58,1 0-1,-1 1 1,0-1-1,1 0 1,-1 1-1,0-1 1,1 1-1,-1 0 1,4 2-1,33 13 219,-26-12-285,-1 1 1,1 0-1,-1 1 0,17 12 1,-6 0 64,33 36 1,-51-49-116,3 2-18,-1-2 0,1 1-1,0-1 1,0 0 0,17 7 0,-17-9-24,0 1 1,-1 0 0,0 0-1,0 0 1,0 1-1,0 0 1,10 11 0,-2-3 30,-5-2-462,-10-11 349,0 0 1,-1 1-1,1-1 1,-1 1-1,1-1 1,0 0-1,-1 1 1,1-1-1,-1 0 1,1 0-1,-1 1 1,1-1-1,0 0 1,-1 0-1,1 0 1,-1 0-1,1 1 1,-1-1 0,0 0-1,1 0 1,-1 0-1,1 0 1,-1 0-1,1 0 1,-1 0-1,1-1 1,-1 1-1,1 0 1,-2 0-1,-13 0-2447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35.82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 1 4081,'0'0'6995,"0"11"-6263,-7 194 1986,7 82-1578,3-287-1617,12-3-586,-3-25-4644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36.85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 2 4545,'0'0'8111,"0"0"-8089,0 0 0,-1 0 0,1-1 0,0 1-1,0 0 1,0 0 0,0 0 0,0 0 0,0 0 0,-1 0 0,1 0 0,0 0 0,0 0-1,0-1 1,0 1 0,-1 0 0,1 0 0,0 0 0,0 0 0,0 0 0,0 0-1,-1 0 1,1 0 0,0 0 0,0 0 0,0 0 0,0 0 0,-1 1 0,1-1 0,0 0-1,0 0 1,0 0 0,0 0 0,0 0 0,-1 0 0,1 0 0,0 0 0,0 0 0,0 1-1,0-1 1,0 0 0,0 0 0,-1 0 0,1 0 0,0 0 0,0 1 0,0-1-1,0 0 1,0 0 0,0 0 0,0 0 0,0 0 0,0 1 0,0-1 0,0 0 0,0 0-1,0 0 1,0 0 0,0 1 0,0-1 0,2 42 261,2-1-1,1 1 1,3-1 0,18 59 0,-3-21-134,-6-30-95,-4 1 0,12 77-1,-24-94 250,-1-21-1058,-1-42-5607,-5 6 3366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37.44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1 191 4641,'0'0'5009,"23"-28"-4109,76-84-129,-93 105-654,1 0 0,-1 0-1,1 1 1,1 0 0,7-5 0,-13 10-59,1 0-1,-1 0 1,0 0 0,0 1 0,1-1 0,-1 1 0,1-1 0,-1 1-1,0 0 1,1 0 0,3 0 0,5 1 137,-9-1-161,1 0 1,-1 1 0,1 0 0,-1 0-1,1 0 1,-1 0 0,1 0-1,-1 0 1,0 1 0,0-1-1,0 1 1,0 0 0,0-1-1,0 1 1,0 0 0,0 0 0,-1 0-1,1 0 1,-1 1 0,1-1-1,-1 0 1,0 0 0,0 1-1,0-1 1,1 5 0,3 7 64,-1 0 0,-1 0-1,3 18 1,-4-13-8,0 1 0,-2 25 0,0-16-4,-2-16-67,0 0-1,0-1 1,-2 0-1,1 0 1,-2 0-1,1 0 0,-2 0 1,0-1-1,0 0 1,-1 0-1,0-1 0,-1 0 1,0 0-1,0-1 1,-1 0-1,0 0 0,-15 10 1,22-18-38,0 0 0,0 0 1,0 0-1,0-1 0,0 1 0,0 0 0,0-1 1,0 1-1,0-1 0,0 0 0,0 0 1,0 0-1,0 0 0,-4 0 0,-7 0-226,24 1 342,0 2 1,0-1-1,0 1 0,0 1 1,-1 0-1,1 1 0,-1 0 1,-1 0-1,16 11 0,26 13 135,-6-6-107,-19-10-102,0 0-1,1-2 1,34 10-1,-30-13-182,11 3-244,-11-8-6243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38.05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87 312 8090,'0'0'4591,"10"29"-4128,48 137 137,-51-132-362,-6-27-195,1-1-1,-1 1 0,1-1 1,0 1-1,4 8 0,-17-44 1109,-10-10-1120,1-1 0,1-1 0,-22-76-1,16 42-70,21 65 22,-23-74 69,25 75-67,0-1 1,0 1-1,1-1 1,0 0-1,1 1 1,1-19-1,1 25 15,0-1 0,0 1 0,0 1 1,0-1-1,1 0 0,-1 0 0,1 1 0,-1-1 0,1 1 1,0 0-1,0 0 0,0 0 0,0 0 0,0 1 0,5-2 0,0-2 0,3 0-196,-1 1-1,1 1 0,0 0 1,0 0-1,0 1 0,0 1 1,0 0-1,0 0 0,1 1 0,-1 0 1,0 1-1,13 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38.32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88 4049,'0'0'7097,"121"-25"-6817,-100 13-232,-4-7-48,0 3-648,0 1-1112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38.69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0 5449,'0'0'7711,"1"10"-7376,4 25 2,1 0 1,2-1-1,17 48 1,13 57-1040,-34-119-433,-1 0-1,0 33 1,-3-31-3369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38.97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1 174 5881,'0'0'5986,"110"-112"-5890,-100 97-88,8 2 0,-8 1-8,0 9-409,1 0 41,3-3-400,-1 2-576,8-2-392,-7 6-1089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39.38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1 137 3529,'0'0'7169,"79"-65"-6969,-44 53-48,-4 2-88,0 1-48,-4 3-8,4 0-8,-6-1-24,-5 1-360,-3-3-728,-3 3-1000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39.72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6833,'0'0'6014,"5"31"-5734,21 98-60,-21-110-179,0-1 0,1 0 1,0-1-1,2 1 0,0-1 1,1 0-1,1-1 0,0 0 1,15 16-1,-4-3-9,-4-9-93,3 6-909,-15-3-2464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40.11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93 5521,'0'0'6085,"34"-13"-5067,110-42-303,-131 50-622,-1 0 0,1 2 0,-1-1 0,1 2 1,0-1-1,0 2 0,1 0 0,-1 1 0,20 1 0,-2 1-17,-24-2-77,1 1 1,-1 0 0,0 1-1,0-1 1,0 1 0,0 1-1,-1-1 1,1 1 0,0 0-1,-1 1 1,0-1 0,0 1-1,0 1 1,0-1-1,-1 1 1,0 0 0,8 10-1,-6-7-2,-1 0-1,-1 1 0,0 0 1,0 0-1,0 0 0,-1 0 0,-1 1 1,0 0-1,0 0 0,-1 0 0,0 0 1,1 11-1,-2-3 15,-1 0 0,0 0 0,-1-1 0,-1 1 0,-1 0 0,0-1 0,-2 0 0,0 0 0,0 0 0,-2 0 0,0-1 0,-1 0 0,0-1 0,-12 16 0,-97 130-465,32-59-3694,57-73 1432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41.36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230 53 2937,'0'0'7134,"-2"-8"-6399,-8-25 68,9 32-707,0 0 1,0 0-1,0 0 0,0 0 0,0 0 0,-1 0 1,1 1-1,0-1 0,0 0 0,-1 1 0,1 0 1,0-1-1,-1 1 0,1-1 0,0 1 1,-1 0-1,1 0 0,0 0 0,-1 0 0,1 0 1,0 0-1,-1 0 0,1 1 0,-1-1 0,-1 1 1,-2-1-26,1 1-57,0-1 0,0 1 0,0-1 0,0 1 0,0 0 0,0 1 0,0-1 0,1 1 0,-1 0 0,0 0 0,1 0 0,0 0 0,-1 0 0,1 1 0,0 0 0,0-1 1,-4 6-1,-4 5-7,1 1 1,-16 28 0,14-23 1,6-8-2,-1 0 0,1 1 0,1-1-1,0 1 1,1 0 0,0 0 0,0 1 0,2-1 0,-1 1 0,2 0-1,0-1 1,0 1 0,1 0 0,3 22 0,-3-31-11,1 0 0,0 0 1,0-1-1,0 1 1,1 0-1,-1-1 0,1 1 1,0-1-1,0 0 0,0 0 1,0 1-1,0-1 0,1-1 1,4 6-1,-2-4-2,1 0 0,0 0 1,0 0-1,0 0 0,1-1 0,-1 0 1,10 3-1,2-1 7,1-1 0,0 0 1,-1-1-1,1-1 0,21-1 0,-13 0-146,37-3-2107,-60 2 1730,1-1 0,0 1 0,-1-2 0,1 1 0,-1 0 0,1-1-1,-1 0 1,0 0 0,0 0 0,8-5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41.97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157 19 4905,'0'0'6604,"-3"0"-6362,-5 0-209,1 0 1,0 1 0,0 0-1,-1 1 1,1-1 0,0 1-1,0 0 1,1 1 0,-1 0-1,0 0 1,1 0 0,-11 8-1,13-7-2,0-1 0,0 1-1,0 0 1,0 0 0,0 1 0,1-1-1,0 1 1,0-1 0,0 1 0,1 0-1,-1 0 1,1 1 0,1-1-1,-1 0 1,1 1 0,-1-1 0,2 1-1,-2 6 1,1-2 18,1 1-1,0 0 1,0-1-1,1 1 1,0 0-1,1-1 1,1 1-1,3 11 1,-4-18-49,0 0 0,0 0 0,0-1 1,0 1-1,1-1 0,-1 1 0,1-1 1,0 0-1,0 0 0,0 0 0,0 0 1,1-1-1,-1 0 0,1 1 1,0-1-1,-1 0 0,1-1 0,0 1 1,0-1-1,0 1 0,0-1 0,1-1 1,6 2-1,-4-1 23,-1-1 0,0 1 0,0-1-1,1 0 1,-1-1 0,8-1 0,-11 1-11,0 1-1,-1-1 0,1 0 1,0-1-1,-1 1 1,1 0-1,-1-1 1,1 0-1,-1 1 1,0-1-1,1 0 1,-1 0-1,0 0 0,2-4 1,7-10-18,0-1 1,-1 0-1,-1-1 1,-1 0-1,-1 0 1,0-1-1,-1 1 1,-1-2-1,-1 1 1,-1 0-1,0-1 1,-2 0-1,-1-29 1,0 48 229,0 3-179,-1 0 0,1 0 1,-1 0-1,1-1 0,0 1 1,0 0-1,0 0 0,0 0 1,0 0-1,0 0 0,0 0 1,1 3-1,4 4-67,0 1-1,1-1 1,0 0 0,1 0-1,-1 0 1,2-1 0,10 10-1,9 10-206,-20-19-790,0 0 1,1-1-1,0-1 0,1 1 0,0-1 1,10 5-1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42.37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0 112 4153,'0'0'7902,"15"12"-7292,48 39-50,-56-43-482,0 0-1,0 0 0,-1 1 0,0 0 0,-1 0 0,0 1 0,0-1 1,-1 1-1,6 20 0,-3-8 6,-1-8-40,-4-9-23,1 1 0,-1 0 0,0 0 1,-1 0-1,2 9 0,-3-13 324,-1-11-224,-1-1-191,-1 0-1,0 0 1,-1 0-1,0 1 0,-5-10 1,-10-23-406,11 15-678,1 0 1,1 0 0,1-1 0,2 0 0,1 0 0,2-45 0,0 64-312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43.04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 6281,'0'0'6832,"20"28"-6522,65 93-107,-39-59 134,54 103 0,-62-102-234,-37-62 30,-1-3-141,-1-1 0,1 1-1,-1-1 1,1 1-1,-1-1 1,0 1 0,0-1-1,0 1 1,0 0-1,0-1 1,-1 1 0,1 0-1,-1 0 1,-2-2-1,0-2-42,-8-15-276,0 1-1,-2 1 1,0 0-1,-1 1 1,-1 1-1,-24-22 1,37 38 315,0 0 0,1 0 0,-1 0 0,0 0 1,0 0-1,0 1 0,0-1 0,0 1 1,0 0-1,0 0 0,0 0 0,1 0 1,-1 0-1,0 1 0,0-1 0,0 1 0,0 0 1,0 0-1,1 0 0,-1 0 0,0 0 1,1 1-1,-1-1 0,1 1 0,-1 0 0,1-1 1,0 1-1,-4 4 0,-1 1 53,1 0 0,1 0 0,-1 0 0,1 1 0,0 0 0,1 0 0,-1 0 0,2 0 0,-1 1 0,1-1 0,1 1 0,-1 0 0,2 0 0,-1 0 0,1 0 0,0 0 0,1 0 0,1 11 0,-1-18-25,0 1 0,1-1 0,-1 0 0,1 1 0,0-1 0,0 1 0,0-1 0,0 0 0,0 0 0,1 0 0,-1 1 0,0-1 0,1 0 0,0-1 0,-1 1 1,4 3-1,0-2 11,-1 0 0,1 0 0,0 0 0,0-1 0,0 0 0,0 0 0,7 2 0,4 0 25,1-1 0,-1 0-1,1-2 1,19 1 0,-15-2-4,-14 1-123,1-1-1,-1 0 1,0 0-1,1 0 1,-1-1-1,0 0 1,1-1-1,-1 0 0,0 0 1,8-3-1,15-12-3954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44.39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 3385,'0'0'7425,"1"13"-6074,3 0-946,0-1 0,1 0-1,12 20 1,4 11 93,5 24-72,2 3-175,39 69 0,-59-123-262,-2-4-14,0-1-1,1 0 1,0-1 0,0 1 0,13 12-1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44.90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0 246 4809,'0'0'4229,"12"-27"-3169,42-86-330,-50 104-587,1 1 0,-1 0 0,2 0 0,-1 0 0,1 1 0,1 0 0,-1 0 0,1 1 0,11-9 0,-13 12-66,0 0 1,1 0-1,-1 1 0,1-1 0,0 1 1,0 1-1,0-1 0,0 1 1,0 0-1,0 0 0,12 1 0,-16 0-63,1 0-1,-1 0 1,1 0-1,-1 1 1,0 0-1,1-1 0,-1 1 1,0 0-1,1 0 1,-1 0-1,0 0 1,0 1-1,0-1 0,0 0 1,0 1-1,3 3 1,-1-1 20,-1 0 1,1 1-1,-1-1 1,0 1-1,-1 0 1,1 0-1,1 6 0,2 7 35,-1-1 0,0 1 0,2 29-1,-4-23-44,-2 0 0,0 0 0,-2 0 0,0-1 0,-2 1 0,-1 0 0,0-1 0,-2 1-1,-1-1 1,0-1 0,-2 1 0,-14 25 0,21-45-52,0 1 0,0 0-1,-1 0 1,0-1 0,0 0 0,1 1 0,-2-1-1,1 0 1,0-1 0,-1 1 0,1-1-1,-1 1 1,0-1 0,0 0 0,0 0 0,0-1-1,0 1 1,0-1 0,0 0 0,-1 0-1,1 0 1,0 0 0,-1-1 0,-6 0 0,10 0 21,6 0-84,2 1 163,0-1 1,0 2-1,-1-1 0,1 1 0,0 0 1,-1 0-1,0 1 0,1-1 0,7 6 1,59 41 162,-35-22-213,-23-16-235,13 7 474,33 17 1,-52-30-763,0-1 1,0-1 0,0 1-1,1-2 1,-1 1-1,1-1 1,-1-1 0,15 1-1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45.39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51 305 6529,'0'0'4116,"19"-27"-4028,60-82-43,-56 67-34,-22 22-39,-3 5-93,3 10 36,-2-1 0,1 1 0,0-1 0,-1 1 1,0-1-1,0 1 0,-1-1 0,0 1 0,-3-9 1,3 12 54,1 0 0,-1 0 1,0 0-1,1 0 1,-1 0-1,0 0 1,0 1-1,0-1 0,0 0 1,-1 1-1,1 0 1,0 0-1,0-1 1,-1 1-1,1 0 0,-1 1 1,1-1-1,-1 0 1,1 1-1,-1 0 1,0-1-1,1 1 1,-5 0-1,3 0 64,0 0 0,0 0 0,0 0-1,0 1 1,0-1 0,0 1 0,1 0 0,-1 0 0,0 0 0,0 1 0,1-1-1,-1 1 1,-5 3 0,6-1 40,-1 0 0,1-1 0,0 2 0,0-1 0,0 0-1,0 0 1,1 1 0,0 0 0,0-1 0,-3 9 0,2-1 177,1 1 1,0 0-1,0 0 1,1-1-1,1 1 1,2 18-1,-2-1 172,0-24-380,0-1 0,1 1 0,-1 0 1,1-1-1,0 1 0,1-1 0,-1 0 0,1 0 0,0 1 1,1-1-1,-1 0 0,1 0 0,0-1 0,0 1 0,0-1 1,1 1-1,-1-1 0,1 0 0,0 0 0,1-1 0,-1 1 1,0-1-1,1 0 0,0 0 0,0 0 0,0-1 0,0 0 0,0 0 1,0 0-1,1-1 0,-1 1 0,10 0 0,-3 0-231,0-1 1,0 0-1,0-1 0,0 0 0,0-1 0,0-1 0,0 1 1,0-2-1,0 0 0,0 0 0,-1-1 0,0-1 0,22-11 0,6-9-2724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45.95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136 0 5921,'0'0'4843,"-19"15"-4350,-56 49 70,72-62-516,1 0 1,-1 0-1,0 0 0,1 1 0,0-1 1,0 1-1,-1-1 0,1 1 1,1 0-1,-1 0 0,0 0 1,1 0-1,0 0 0,-1 0 1,1 1-1,0-1 0,1 0 1,-2 5-1,1 2 90,-2 9 76,2-1-1,0 35 0,1-29-137,0-23-74,0 0-1,0 1 1,0-1-1,0 0 1,0 0 0,0 0-1,0 0 1,1 0-1,-1 0 1,0 0-1,0 0 1,1 0-1,-1 0 1,1 0 0,-1 0-1,1 0 1,-1 0-1,1-1 1,0 1-1,-1 0 1,1 0 0,0 0-1,0-1 1,0 1-1,-1 0 1,2 0-1,1 0-15,1 0 0,-1-1 0,0 1 0,0-1 0,0 0 0,0 0 0,5 0 0,2 0 24,-5 0-22,-1-1 1,1 1-1,-1-1 0,1 0 1,-1 0-1,1 0 0,-1-1 0,0 0 1,1 0-1,-1 0 0,0 0 1,0 0-1,7-6 0,-5 2-97,0 0-1,0-1 1,0 1-1,-1-1 1,1 0-1,-2-1 1,5-8-1,-2 3-34,-1-1-1,-1 0 0,0 0 0,0-1 0,-2 0 1,0 0-1,-1 0 0,1-20 0,-3-16 3068,4 52-2880,-1 0 0,0 1 0,0-1-1,0 1 1,0 0 0,0-1-1,0 1 1,0 1 0,-1-1 0,1 0-1,2 4 1,6 3 11,-5-4-122,1 0 0,0-1 1,0 0-1,0-1 0,0 1 1,1-1-1,-1-1 0,1 0 1,8 2-1,44 1-4841,-38-5 574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46.33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231 0 6529,'0'0'6439,"-28"17"-5829,-89 55-53,109-67-460,0 0 0,0 1 0,1 0 0,0 0 0,0 0 0,-9 12-1,13-14-51,1 1-1,-1 0 0,1-1 1,0 1-1,0 0 0,0 0 0,0 7 1,0-5-23,1-2-13,0 0 0,0 0 0,0-1 0,1 1-1,-1 0 1,1 0 0,0 0 0,1 0 0,0 5 0,0-9-11,-1 1-1,1-1 1,-1 1 0,1-1 0,0 1-1,-1-1 1,1 1 0,0-1 0,0 0-1,0 1 1,0-1 0,0 0 0,0 0-1,0 0 1,1 0 0,-1 0 0,0 0-1,1 0 1,-1 0 0,1-1 0,-1 1-1,1 0 1,-1-1 0,1 1 0,-1-1-1,1 0 1,-1 1 0,1-1 0,2 0-1,8 1-26,12 1-44,35-3 1,-53 1-56,0-1 1,0 0 0,0 0 0,0 0-1,0-1 1,0 0 0,0 0 0,0 0-1,-1-1 1,1 0 0,5-4 0,39-38-4170,-31 20 85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46.62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0 5817,'0'0'8701,"3"26"-8265,14 86-225,-16-108-195,0 1 0,0-1 0,1 1 0,0-1 0,0 1 0,0-1 0,0 0 0,1 0 1,-1 0-1,1 0 0,0 0 0,0-1 0,1 0 0,-1 1 0,1-1 0,7 5 0,3 3 41,23 20-96,-12-12-233,-1 2 0,0 1-1,-2 1 1,0 0 0,23 35 0,-42-52-219,0 0 0,0 0-1,-1 0 1,0 0 0,0 0 0,0 1 0,-1-1 0,0 1 0,0-1-1,0 11 1,-1-7-715,1 8-2479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47.05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24 227 6009,'0'0'6319,"18"-15"-6220,55-51-75,-70 63-44,1 0 1,-1 0 0,0 0-1,0 0 1,-1 0 0,1-1-1,-1 0 1,0 1 0,0-1-1,0 0 1,0 0 0,-1 0 0,1 0-1,-1-1 1,0 1 0,0 0-1,-1 0 1,1-1 0,-1 1-1,0 0 1,-1-7 0,1-2-182,0 11 161,-1 0-1,1 0 0,-1 0 1,1 0-1,-1 0 0,1 0 1,-1 1-1,0-1 0,0 0 1,0 1-1,0-1 0,0 0 0,-1 1 1,1-1-1,0 1 0,-1 0 1,1-1-1,-1 1 0,1 0 1,-1 0-1,0 0 0,1 0 1,-1 0-1,0 1 0,0-1 1,0 0-1,0 1 0,1-1 1,-1 1-1,0 0 0,0-1 1,-2 1-1,0 0 53,1-1 0,-1 1 0,0 0 0,1 0 0,-1 0-1,1 1 1,-1-1 0,0 1 0,1 0 0,0 0 0,-1 0 0,1 0 0,-1 0-1,1 1 1,0 0 0,0-1 0,-3 4 0,1-1 104,2 1 1,-1 0-1,1 0 0,-1 0 0,1 0 1,1 0-1,-1 1 0,1 0 1,0-1-1,0 1 0,1 0 1,-2 7-1,0 9 399,2 0-1,0 22 1,1-36-438,1-1-90,0-1 1,0 1 0,0-1 0,1 0 0,0 1 0,0-1 0,1 0 0,0 0 0,0 0-1,0-1 1,1 1 0,0-1 0,0 0 0,0 0 0,0 0 0,1 0 0,0-1-1,0 0 1,0 0 0,1 0 0,-1 0 0,1-1 0,0 0 0,0 0 0,0-1-1,0 0 1,1 0 0,-1 0 0,0-1 0,1 0 0,-1 0 0,9 0 0,-1-1-595,-6 1-172,-1-1 0,0 0 0,1-1-1,11-2 1,6-10-4667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09:00:47.45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1 376 4545,'0'0'9131,"11"12"-8567,0 1-458,12 12 193,-2 0 0,19 29 0,-26-26-129,-11-62 722,-22-109-949,-1-11-1133,19 136 869,-2-18-1701,2-1-1,6-56 1,0 75-367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EA32-2B8B-4244-A536-214CF6D4B9AB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CD01-2772-4AF8-9466-73774B5F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0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2931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970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722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464B0B-3CDA-8AFD-A136-AA80755CE96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66923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68377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072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B43549-86FA-21F8-7545-CE95EB9FB887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34206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34930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2096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26CE3B-E040-A2AB-A655-6D2329D8DBEC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5D21-5C4F-8D9E-7FA8-76F7F6342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D9B3-8F15-A5BD-3712-7E9B6FB9B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3F52-B7DA-A46F-7D47-F3165BA0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E237-D0A8-8204-0CBC-116E5240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7FEF-679B-858D-946F-54A02B4B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531-151F-744E-6E6B-6289ADDE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542F-505E-8990-FA6A-1C092676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A6E7E-6DE9-2DCD-CEB7-C34692D5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B5AF-1A83-E4B7-F215-3322543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16BA-8086-5B54-3073-62329D1B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3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A0FE-A8AD-7D8B-D9AF-32BE2DF4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75F9-423B-F4B0-21FD-AD9E5919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9C2A-A532-6A07-D74B-DFA87833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FF95C-1489-D66D-17EE-7E7F4BDE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3CEA-0A0C-F0E0-2382-FE3CFFA3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5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A62B-3196-810C-25DA-867E58E4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9251-ADB9-564F-A0E8-4544B5DD2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38357-F991-916E-F55E-D33B3B558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712E3-C5C9-A553-608F-F6617A9B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906B-4867-30DD-0DCE-BC37F1AC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06FF6-B6C3-3F5B-617C-092C9CEB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60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C197-A54D-0BC2-1361-071D144C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F5B1B-2A95-BC89-83B7-73DDD978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93C43-1D8D-B03E-ADF5-E8FE0B29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C70AF-659D-A939-1A82-B4EBD7B8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9A98-65A3-3CF5-AD07-9AAC8288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B3538-91A6-D119-5D4B-7FBF59B2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852D7-8ADE-231B-1748-76E48145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06E61-8A9B-EA2A-EAAD-0B862C76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2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9240-87DD-5F4C-0863-5DA6FB53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9AC3C-F8C1-59A1-4915-3645815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29AB9-B5FC-420A-E844-DE2DCB4C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27500-6C83-17A4-C2D6-31B648FE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6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C8079-13FD-8590-4D92-1477F029B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C357A-F34C-E06D-7085-97B89AD6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67FF8-8244-9FD5-7677-5BF0C292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4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662F-416B-A35F-03C2-53DFA6DC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3E01-08C9-C606-714F-14B984E6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83E3-BEF2-0983-B542-9CC494C8B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192B0-8202-50EF-4F30-CD86E593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1173-902E-BB87-52CA-02814A42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3DABF-C3FB-6892-42E2-3042028E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96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37CE-6997-2F94-6AB8-28894A46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253F0-61CB-494C-9AE2-75D4D6A8E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BB420-64D6-A41D-342E-50D18D8B7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83DC-D3BC-F8A0-CAF3-53E862AA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07A1B-67EC-2703-4322-26748FC7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4383E-78FC-B5FE-595F-0448B665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07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44FA-6991-3534-22D7-EFD58AC2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5CF4C-1405-BFA5-0A04-5D82CB2AD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5254-5C3A-03C6-2789-A0372290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F644E-9AE7-6B98-3779-AD44811E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016E-072A-A391-875E-41D05145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8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F21B1-1D8F-7580-A9B7-CF11AB94C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3E446-2D02-E169-F4CE-59F4A64FF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A05B-0406-D755-E324-32CBD489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BF43-763C-F446-1231-1FB6CB83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38E66-0A51-C30E-742E-1C95BDC8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36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7EBAD-5A44-D508-FACE-3A970FC0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969B6-7349-041D-7E62-61E13762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CF7F-72A8-368D-2FDD-B58429DC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BB911-5ECA-16CF-A969-6C2522606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4F58A-1703-F328-A5DA-1551CB2F4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97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.xml"/><Relationship Id="rId21" Type="http://schemas.openxmlformats.org/officeDocument/2006/relationships/image" Target="../media/image14.png"/><Relationship Id="rId42" Type="http://schemas.openxmlformats.org/officeDocument/2006/relationships/customXml" Target="../ink/ink19.xml"/><Relationship Id="rId47" Type="http://schemas.openxmlformats.org/officeDocument/2006/relationships/image" Target="../media/image27.png"/><Relationship Id="rId63" Type="http://schemas.openxmlformats.org/officeDocument/2006/relationships/image" Target="../media/image35.png"/><Relationship Id="rId68" Type="http://schemas.openxmlformats.org/officeDocument/2006/relationships/customXml" Target="../ink/ink32.xml"/><Relationship Id="rId84" Type="http://schemas.openxmlformats.org/officeDocument/2006/relationships/customXml" Target="../ink/ink40.xml"/><Relationship Id="rId89" Type="http://schemas.openxmlformats.org/officeDocument/2006/relationships/image" Target="../media/image48.png"/><Relationship Id="rId16" Type="http://schemas.openxmlformats.org/officeDocument/2006/relationships/customXml" Target="../ink/ink6.xml"/><Relationship Id="rId11" Type="http://schemas.openxmlformats.org/officeDocument/2006/relationships/image" Target="../media/image9.png"/><Relationship Id="rId32" Type="http://schemas.openxmlformats.org/officeDocument/2006/relationships/customXml" Target="../ink/ink14.xml"/><Relationship Id="rId37" Type="http://schemas.openxmlformats.org/officeDocument/2006/relationships/image" Target="../media/image22.png"/><Relationship Id="rId53" Type="http://schemas.openxmlformats.org/officeDocument/2006/relationships/image" Target="../media/image30.png"/><Relationship Id="rId58" Type="http://schemas.openxmlformats.org/officeDocument/2006/relationships/customXml" Target="../ink/ink27.xml"/><Relationship Id="rId74" Type="http://schemas.openxmlformats.org/officeDocument/2006/relationships/customXml" Target="../ink/ink35.xml"/><Relationship Id="rId79" Type="http://schemas.openxmlformats.org/officeDocument/2006/relationships/image" Target="../media/image43.png"/><Relationship Id="rId102" Type="http://schemas.openxmlformats.org/officeDocument/2006/relationships/customXml" Target="../ink/ink49.xml"/><Relationship Id="rId5" Type="http://schemas.openxmlformats.org/officeDocument/2006/relationships/image" Target="../media/image6.png"/><Relationship Id="rId90" Type="http://schemas.openxmlformats.org/officeDocument/2006/relationships/customXml" Target="../ink/ink43.xml"/><Relationship Id="rId95" Type="http://schemas.openxmlformats.org/officeDocument/2006/relationships/image" Target="../media/image51.png"/><Relationship Id="rId22" Type="http://schemas.openxmlformats.org/officeDocument/2006/relationships/customXml" Target="../ink/ink9.xml"/><Relationship Id="rId27" Type="http://schemas.openxmlformats.org/officeDocument/2006/relationships/image" Target="../media/image17.png"/><Relationship Id="rId43" Type="http://schemas.openxmlformats.org/officeDocument/2006/relationships/image" Target="../media/image25.png"/><Relationship Id="rId48" Type="http://schemas.openxmlformats.org/officeDocument/2006/relationships/customXml" Target="../ink/ink22.xml"/><Relationship Id="rId64" Type="http://schemas.openxmlformats.org/officeDocument/2006/relationships/customXml" Target="../ink/ink30.xml"/><Relationship Id="rId69" Type="http://schemas.openxmlformats.org/officeDocument/2006/relationships/image" Target="../media/image38.png"/><Relationship Id="rId80" Type="http://schemas.openxmlformats.org/officeDocument/2006/relationships/customXml" Target="../ink/ink38.xml"/><Relationship Id="rId85" Type="http://schemas.openxmlformats.org/officeDocument/2006/relationships/image" Target="../media/image46.png"/><Relationship Id="rId12" Type="http://schemas.openxmlformats.org/officeDocument/2006/relationships/customXml" Target="../ink/ink4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0.png"/><Relationship Id="rId38" Type="http://schemas.openxmlformats.org/officeDocument/2006/relationships/customXml" Target="../ink/ink17.xml"/><Relationship Id="rId46" Type="http://schemas.openxmlformats.org/officeDocument/2006/relationships/customXml" Target="../ink/ink21.xml"/><Relationship Id="rId59" Type="http://schemas.openxmlformats.org/officeDocument/2006/relationships/image" Target="../media/image33.png"/><Relationship Id="rId67" Type="http://schemas.openxmlformats.org/officeDocument/2006/relationships/image" Target="../media/image37.png"/><Relationship Id="rId103" Type="http://schemas.openxmlformats.org/officeDocument/2006/relationships/image" Target="../media/image55.png"/><Relationship Id="rId20" Type="http://schemas.openxmlformats.org/officeDocument/2006/relationships/customXml" Target="../ink/ink8.xml"/><Relationship Id="rId41" Type="http://schemas.openxmlformats.org/officeDocument/2006/relationships/image" Target="../media/image24.png"/><Relationship Id="rId54" Type="http://schemas.openxmlformats.org/officeDocument/2006/relationships/customXml" Target="../ink/ink25.xml"/><Relationship Id="rId62" Type="http://schemas.openxmlformats.org/officeDocument/2006/relationships/customXml" Target="../ink/ink29.xml"/><Relationship Id="rId70" Type="http://schemas.openxmlformats.org/officeDocument/2006/relationships/customXml" Target="../ink/ink33.xml"/><Relationship Id="rId75" Type="http://schemas.openxmlformats.org/officeDocument/2006/relationships/image" Target="../media/image41.png"/><Relationship Id="rId83" Type="http://schemas.openxmlformats.org/officeDocument/2006/relationships/image" Target="../media/image45.png"/><Relationship Id="rId88" Type="http://schemas.openxmlformats.org/officeDocument/2006/relationships/customXml" Target="../ink/ink42.xml"/><Relationship Id="rId91" Type="http://schemas.openxmlformats.org/officeDocument/2006/relationships/image" Target="../media/image49.png"/><Relationship Id="rId96" Type="http://schemas.openxmlformats.org/officeDocument/2006/relationships/customXml" Target="../ink/ink4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12.xml"/><Relationship Id="rId36" Type="http://schemas.openxmlformats.org/officeDocument/2006/relationships/customXml" Target="../ink/ink16.xml"/><Relationship Id="rId49" Type="http://schemas.openxmlformats.org/officeDocument/2006/relationships/image" Target="../media/image28.png"/><Relationship Id="rId57" Type="http://schemas.openxmlformats.org/officeDocument/2006/relationships/image" Target="../media/image32.png"/><Relationship Id="rId10" Type="http://schemas.openxmlformats.org/officeDocument/2006/relationships/customXml" Target="../ink/ink3.xml"/><Relationship Id="rId31" Type="http://schemas.openxmlformats.org/officeDocument/2006/relationships/image" Target="../media/image19.png"/><Relationship Id="rId44" Type="http://schemas.openxmlformats.org/officeDocument/2006/relationships/customXml" Target="../ink/ink20.xml"/><Relationship Id="rId52" Type="http://schemas.openxmlformats.org/officeDocument/2006/relationships/customXml" Target="../ink/ink24.xml"/><Relationship Id="rId60" Type="http://schemas.openxmlformats.org/officeDocument/2006/relationships/customXml" Target="../ink/ink28.xml"/><Relationship Id="rId65" Type="http://schemas.openxmlformats.org/officeDocument/2006/relationships/image" Target="../media/image36.png"/><Relationship Id="rId73" Type="http://schemas.openxmlformats.org/officeDocument/2006/relationships/image" Target="../media/image40.png"/><Relationship Id="rId78" Type="http://schemas.openxmlformats.org/officeDocument/2006/relationships/customXml" Target="../ink/ink37.xml"/><Relationship Id="rId81" Type="http://schemas.openxmlformats.org/officeDocument/2006/relationships/image" Target="../media/image44.png"/><Relationship Id="rId86" Type="http://schemas.openxmlformats.org/officeDocument/2006/relationships/customXml" Target="../ink/ink41.xml"/><Relationship Id="rId94" Type="http://schemas.openxmlformats.org/officeDocument/2006/relationships/customXml" Target="../ink/ink45.xml"/><Relationship Id="rId99" Type="http://schemas.openxmlformats.org/officeDocument/2006/relationships/image" Target="../media/image53.png"/><Relationship Id="rId101" Type="http://schemas.openxmlformats.org/officeDocument/2006/relationships/image" Target="../media/image54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3" Type="http://schemas.openxmlformats.org/officeDocument/2006/relationships/image" Target="../media/image10.png"/><Relationship Id="rId18" Type="http://schemas.openxmlformats.org/officeDocument/2006/relationships/customXml" Target="../ink/ink7.xml"/><Relationship Id="rId39" Type="http://schemas.openxmlformats.org/officeDocument/2006/relationships/image" Target="../media/image23.png"/><Relationship Id="rId34" Type="http://schemas.openxmlformats.org/officeDocument/2006/relationships/customXml" Target="../ink/ink15.xml"/><Relationship Id="rId50" Type="http://schemas.openxmlformats.org/officeDocument/2006/relationships/customXml" Target="../ink/ink23.xml"/><Relationship Id="rId55" Type="http://schemas.openxmlformats.org/officeDocument/2006/relationships/image" Target="../media/image31.png"/><Relationship Id="rId76" Type="http://schemas.openxmlformats.org/officeDocument/2006/relationships/customXml" Target="../ink/ink36.xml"/><Relationship Id="rId97" Type="http://schemas.openxmlformats.org/officeDocument/2006/relationships/image" Target="../media/image52.png"/><Relationship Id="rId7" Type="http://schemas.openxmlformats.org/officeDocument/2006/relationships/image" Target="../media/image7.png"/><Relationship Id="rId71" Type="http://schemas.openxmlformats.org/officeDocument/2006/relationships/image" Target="../media/image39.png"/><Relationship Id="rId92" Type="http://schemas.openxmlformats.org/officeDocument/2006/relationships/customXml" Target="../ink/ink44.xml"/><Relationship Id="rId2" Type="http://schemas.openxmlformats.org/officeDocument/2006/relationships/image" Target="../media/image4.png"/><Relationship Id="rId29" Type="http://schemas.openxmlformats.org/officeDocument/2006/relationships/image" Target="../media/image18.png"/><Relationship Id="rId24" Type="http://schemas.openxmlformats.org/officeDocument/2006/relationships/customXml" Target="../ink/ink10.xml"/><Relationship Id="rId40" Type="http://schemas.openxmlformats.org/officeDocument/2006/relationships/customXml" Target="../ink/ink18.xml"/><Relationship Id="rId45" Type="http://schemas.openxmlformats.org/officeDocument/2006/relationships/image" Target="../media/image26.png"/><Relationship Id="rId66" Type="http://schemas.openxmlformats.org/officeDocument/2006/relationships/customXml" Target="../ink/ink31.xml"/><Relationship Id="rId87" Type="http://schemas.openxmlformats.org/officeDocument/2006/relationships/image" Target="../media/image47.png"/><Relationship Id="rId61" Type="http://schemas.openxmlformats.org/officeDocument/2006/relationships/image" Target="../media/image34.png"/><Relationship Id="rId82" Type="http://schemas.openxmlformats.org/officeDocument/2006/relationships/customXml" Target="../ink/ink39.xml"/><Relationship Id="rId19" Type="http://schemas.openxmlformats.org/officeDocument/2006/relationships/image" Target="../media/image13.png"/><Relationship Id="rId14" Type="http://schemas.openxmlformats.org/officeDocument/2006/relationships/customXml" Target="../ink/ink5.xml"/><Relationship Id="rId30" Type="http://schemas.openxmlformats.org/officeDocument/2006/relationships/customXml" Target="../ink/ink13.xml"/><Relationship Id="rId35" Type="http://schemas.openxmlformats.org/officeDocument/2006/relationships/image" Target="../media/image21.png"/><Relationship Id="rId56" Type="http://schemas.openxmlformats.org/officeDocument/2006/relationships/customXml" Target="../ink/ink26.xml"/><Relationship Id="rId77" Type="http://schemas.openxmlformats.org/officeDocument/2006/relationships/image" Target="../media/image42.png"/><Relationship Id="rId100" Type="http://schemas.openxmlformats.org/officeDocument/2006/relationships/customXml" Target="../ink/ink48.xml"/><Relationship Id="rId8" Type="http://schemas.openxmlformats.org/officeDocument/2006/relationships/customXml" Target="../ink/ink2.xml"/><Relationship Id="rId51" Type="http://schemas.openxmlformats.org/officeDocument/2006/relationships/image" Target="../media/image29.png"/><Relationship Id="rId72" Type="http://schemas.openxmlformats.org/officeDocument/2006/relationships/customXml" Target="../ink/ink34.xml"/><Relationship Id="rId93" Type="http://schemas.openxmlformats.org/officeDocument/2006/relationships/image" Target="../media/image50.png"/><Relationship Id="rId98" Type="http://schemas.openxmlformats.org/officeDocument/2006/relationships/customXml" Target="../ink/ink47.xml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(Kit 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829800" cy="1655762"/>
          </a:xfrm>
        </p:spPr>
        <p:txBody>
          <a:bodyPr>
            <a:normAutofit fontScale="77500" lnSpcReduction="2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Communication Foundation Lessons (CFL)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CFL02)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CFL03: RFID - Reading &amp; Access Control System Using MFRC522</a:t>
            </a:r>
            <a:endParaRPr lang="en-GB" sz="3600" b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: Contents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C25C5-432E-8472-0A6B-B89408892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479" y="1380661"/>
            <a:ext cx="5847522" cy="4360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EC2A0-8833-DC11-D0B9-6B849F16D6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6508" y="1477756"/>
            <a:ext cx="4197264" cy="4263887"/>
          </a:xfrm>
          <a:prstGeom prst="rect">
            <a:avLst/>
          </a:prstGeom>
        </p:spPr>
      </p:pic>
      <p:sp>
        <p:nvSpPr>
          <p:cNvPr id="8" name="TextBox 45">
            <a:extLst>
              <a:ext uri="{FF2B5EF4-FFF2-40B4-BE49-F238E27FC236}">
                <a16:creationId xmlns:a16="http://schemas.microsoft.com/office/drawing/2014/main" id="{8DC5E389-0D5A-F470-2189-C2FF3449BF66}"/>
              </a:ext>
            </a:extLst>
          </p:cNvPr>
          <p:cNvSpPr txBox="1"/>
          <p:nvPr/>
        </p:nvSpPr>
        <p:spPr bwMode="auto">
          <a:xfrm>
            <a:off x="1530469" y="5933742"/>
            <a:ext cx="326040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 dirty="0"/>
              <a:t>Communication</a:t>
            </a:r>
            <a:r>
              <a:rPr lang="en-GB" b="1" dirty="0"/>
              <a:t> Kit Components</a:t>
            </a:r>
            <a:endParaRPr dirty="0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2EF83828-E71C-4BA2-4142-04C145376EDA}"/>
              </a:ext>
            </a:extLst>
          </p:cNvPr>
          <p:cNvSpPr txBox="1"/>
          <p:nvPr/>
        </p:nvSpPr>
        <p:spPr bwMode="auto">
          <a:xfrm>
            <a:off x="7589967" y="5933741"/>
            <a:ext cx="3150347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</a:t>
            </a:r>
            <a:r>
              <a:rPr lang="en-GB" b="1" dirty="0"/>
              <a:t> Creative Board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047694" name="Title 1"/>
          <p:cNvSpPr>
            <a:spLocks noGrp="1"/>
          </p:cNvSpPr>
          <p:nvPr>
            <p:ph type="title"/>
          </p:nvPr>
        </p:nvSpPr>
        <p:spPr bwMode="auto"/>
        <p:txBody>
          <a:bodyPr vert="horz" lIns="91440" tIns="45720" rIns="91440" bIns="45720" rtlCol="0" anchor="ctr">
            <a:normAutofit/>
          </a:bodyPr>
          <a:lstStyle/>
          <a:p>
            <a:pPr rtl="0">
              <a:spcBef>
                <a:spcPct val="0"/>
              </a:spcBef>
            </a:pP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Kit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Creative Board - Features</a:t>
            </a:r>
            <a:endParaRPr b="1" kern="1200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F7B30-4988-34F3-4821-794FB38B04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8464" y="1770208"/>
            <a:ext cx="4862629" cy="493981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2975DB-E2B1-3D15-2A22-93E1C92B221A}"/>
              </a:ext>
            </a:extLst>
          </p:cNvPr>
          <p:cNvCxnSpPr/>
          <p:nvPr/>
        </p:nvCxnSpPr>
        <p:spPr>
          <a:xfrm flipH="1" flipV="1">
            <a:off x="1926772" y="256358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9ACF50-60B2-A66B-FC8F-F5E0E708EEC5}"/>
              </a:ext>
            </a:extLst>
          </p:cNvPr>
          <p:cNvCxnSpPr>
            <a:cxnSpLocks/>
          </p:cNvCxnSpPr>
          <p:nvPr/>
        </p:nvCxnSpPr>
        <p:spPr bwMode="auto">
          <a:xfrm flipV="1">
            <a:off x="6889587" y="1715780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16B88E-0D01-A116-9F44-7020C7D75BA1}"/>
              </a:ext>
            </a:extLst>
          </p:cNvPr>
          <p:cNvSpPr txBox="1"/>
          <p:nvPr/>
        </p:nvSpPr>
        <p:spPr>
          <a:xfrm>
            <a:off x="9632785" y="1545782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LoRa Module I/F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D9C85B-50AB-D7BD-3A53-E563397E2A5B}"/>
              </a:ext>
            </a:extLst>
          </p:cNvPr>
          <p:cNvSpPr txBox="1"/>
          <p:nvPr/>
        </p:nvSpPr>
        <p:spPr bwMode="auto">
          <a:xfrm>
            <a:off x="1138883" y="231488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ESP32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0B6FB5-6A3E-F498-3D69-7A1FBABE0E26}"/>
              </a:ext>
            </a:extLst>
          </p:cNvPr>
          <p:cNvCxnSpPr>
            <a:cxnSpLocks/>
          </p:cNvCxnSpPr>
          <p:nvPr/>
        </p:nvCxnSpPr>
        <p:spPr bwMode="auto">
          <a:xfrm flipV="1">
            <a:off x="7052872" y="2867182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16E2B2-A493-5878-80CF-CE572B548F57}"/>
              </a:ext>
            </a:extLst>
          </p:cNvPr>
          <p:cNvSpPr txBox="1"/>
          <p:nvPr/>
        </p:nvSpPr>
        <p:spPr bwMode="auto">
          <a:xfrm>
            <a:off x="9796070" y="2602966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OLED I/F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2CEF49-9565-4353-6CE3-BA57A4A8A906}"/>
              </a:ext>
            </a:extLst>
          </p:cNvPr>
          <p:cNvCxnSpPr>
            <a:cxnSpLocks/>
          </p:cNvCxnSpPr>
          <p:nvPr/>
        </p:nvCxnSpPr>
        <p:spPr bwMode="auto">
          <a:xfrm flipV="1">
            <a:off x="7805059" y="2282744"/>
            <a:ext cx="1827726" cy="50488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919051-7F1C-8A10-D296-E6155E7B5D94}"/>
              </a:ext>
            </a:extLst>
          </p:cNvPr>
          <p:cNvSpPr txBox="1"/>
          <p:nvPr/>
        </p:nvSpPr>
        <p:spPr bwMode="auto">
          <a:xfrm>
            <a:off x="9796070" y="2080662"/>
            <a:ext cx="225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NRF24L01 Module I/F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580061-4FAC-8D17-0DE4-3134E6A611BC}"/>
              </a:ext>
            </a:extLst>
          </p:cNvPr>
          <p:cNvCxnSpPr>
            <a:cxnSpLocks/>
          </p:cNvCxnSpPr>
          <p:nvPr/>
        </p:nvCxnSpPr>
        <p:spPr bwMode="auto">
          <a:xfrm flipV="1">
            <a:off x="7747824" y="3204820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94428AD-8C9E-E2A3-3189-B1017094D23C}"/>
              </a:ext>
            </a:extLst>
          </p:cNvPr>
          <p:cNvSpPr txBox="1"/>
          <p:nvPr/>
        </p:nvSpPr>
        <p:spPr bwMode="auto">
          <a:xfrm>
            <a:off x="9836806" y="302015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RFID I/F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FD017-CCC8-D2EB-DDC1-894905A78198}"/>
              </a:ext>
            </a:extLst>
          </p:cNvPr>
          <p:cNvSpPr txBox="1"/>
          <p:nvPr/>
        </p:nvSpPr>
        <p:spPr bwMode="auto">
          <a:xfrm>
            <a:off x="9796070" y="3828362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SD Card Module I/F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C8FE61-FD6C-0251-47A8-5B268CC5CFB3}"/>
              </a:ext>
            </a:extLst>
          </p:cNvPr>
          <p:cNvCxnSpPr>
            <a:cxnSpLocks/>
          </p:cNvCxnSpPr>
          <p:nvPr/>
        </p:nvCxnSpPr>
        <p:spPr bwMode="auto">
          <a:xfrm flipV="1">
            <a:off x="7788560" y="4013028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509D3B-F2A5-6016-8A59-13465887E570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5531" y="4877649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AE2AE8-70F6-913F-6DCD-D962B47AFA30}"/>
              </a:ext>
            </a:extLst>
          </p:cNvPr>
          <p:cNvSpPr txBox="1"/>
          <p:nvPr/>
        </p:nvSpPr>
        <p:spPr bwMode="auto">
          <a:xfrm>
            <a:off x="9569305" y="467275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Rotary Encoder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343405-0070-F525-C73F-F07ECAD76F7D}"/>
              </a:ext>
            </a:extLst>
          </p:cNvPr>
          <p:cNvSpPr txBox="1"/>
          <p:nvPr/>
        </p:nvSpPr>
        <p:spPr>
          <a:xfrm>
            <a:off x="4463143" y="4315867"/>
            <a:ext cx="707571" cy="726221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15369F-B29C-6924-07C9-C31A2585E0C5}"/>
              </a:ext>
            </a:extLst>
          </p:cNvPr>
          <p:cNvCxnSpPr/>
          <p:nvPr/>
        </p:nvCxnSpPr>
        <p:spPr bwMode="auto">
          <a:xfrm flipH="1" flipV="1">
            <a:off x="2191304" y="411517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043822-8E50-C62F-D0E4-CD19BCC50FC3}"/>
              </a:ext>
            </a:extLst>
          </p:cNvPr>
          <p:cNvSpPr txBox="1"/>
          <p:nvPr/>
        </p:nvSpPr>
        <p:spPr bwMode="auto">
          <a:xfrm>
            <a:off x="887406" y="3596956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Mini</a:t>
            </a:r>
          </a:p>
          <a:p>
            <a:pPr algn="ctr"/>
            <a:r>
              <a:rPr lang="en-GB" b="1" dirty="0"/>
              <a:t>Breadboard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97AFC-F411-8FFF-717B-A4A33D748FB9}"/>
              </a:ext>
            </a:extLst>
          </p:cNvPr>
          <p:cNvSpPr txBox="1"/>
          <p:nvPr/>
        </p:nvSpPr>
        <p:spPr bwMode="auto">
          <a:xfrm>
            <a:off x="3642020" y="4527306"/>
            <a:ext cx="678146" cy="396584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531BEF-BB1B-33A5-AC2E-71E18688C7F8}"/>
              </a:ext>
            </a:extLst>
          </p:cNvPr>
          <p:cNvCxnSpPr/>
          <p:nvPr/>
        </p:nvCxnSpPr>
        <p:spPr bwMode="auto">
          <a:xfrm flipH="1" flipV="1">
            <a:off x="1520922" y="452730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A88AC0-52C9-901F-BD11-0D31687167C9}"/>
              </a:ext>
            </a:extLst>
          </p:cNvPr>
          <p:cNvSpPr txBox="1"/>
          <p:nvPr/>
        </p:nvSpPr>
        <p:spPr bwMode="auto">
          <a:xfrm>
            <a:off x="607977" y="4240115"/>
            <a:ext cx="117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Power</a:t>
            </a:r>
          </a:p>
          <a:p>
            <a:pPr algn="ctr"/>
            <a:r>
              <a:rPr lang="en-GB" b="1" dirty="0"/>
              <a:t>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764177-32CC-5E45-BB56-1E60B7CADDDA}"/>
              </a:ext>
            </a:extLst>
          </p:cNvPr>
          <p:cNvCxnSpPr/>
          <p:nvPr/>
        </p:nvCxnSpPr>
        <p:spPr bwMode="auto">
          <a:xfrm flipH="1" flipV="1">
            <a:off x="2065649" y="5066397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EBCEB09-33EF-81ED-FC57-64EE766E183B}"/>
              </a:ext>
            </a:extLst>
          </p:cNvPr>
          <p:cNvSpPr txBox="1"/>
          <p:nvPr/>
        </p:nvSpPr>
        <p:spPr bwMode="auto">
          <a:xfrm>
            <a:off x="480118" y="4888928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ON/OFF Switch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0CA7F4-8A96-8BC0-CA3D-38EA0ED7C3A9}"/>
              </a:ext>
            </a:extLst>
          </p:cNvPr>
          <p:cNvCxnSpPr/>
          <p:nvPr/>
        </p:nvCxnSpPr>
        <p:spPr bwMode="auto">
          <a:xfrm flipH="1" flipV="1">
            <a:off x="1407533" y="5559425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46B7603-764A-5599-E91C-CE67A7A71198}"/>
              </a:ext>
            </a:extLst>
          </p:cNvPr>
          <p:cNvSpPr txBox="1"/>
          <p:nvPr/>
        </p:nvSpPr>
        <p:spPr bwMode="auto">
          <a:xfrm>
            <a:off x="281772" y="5583199"/>
            <a:ext cx="162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Input DC Jack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7A5062-C9B4-A6C2-D863-D6214E5B9C6B}"/>
              </a:ext>
            </a:extLst>
          </p:cNvPr>
          <p:cNvSpPr txBox="1"/>
          <p:nvPr/>
        </p:nvSpPr>
        <p:spPr bwMode="auto">
          <a:xfrm>
            <a:off x="5745958" y="5121677"/>
            <a:ext cx="1411945" cy="1200329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FDAAFD-E90A-2BC1-3F56-8FA473A1E0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670676" y="5516444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D01CA8C-28BA-5DBA-89F1-48A6905765DE}"/>
              </a:ext>
            </a:extLst>
          </p:cNvPr>
          <p:cNvSpPr txBox="1"/>
          <p:nvPr/>
        </p:nvSpPr>
        <p:spPr bwMode="auto">
          <a:xfrm>
            <a:off x="8718922" y="544995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Free Connectors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926-F5FB-6C51-E2D0-30FCC899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DFBB1-0230-2A13-A887-01777778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740D586E-55B5-5094-D9DB-F1123CC5D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892" y="1109348"/>
            <a:ext cx="5712332" cy="5247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4482F8-1347-DEC5-1ED0-0F6E05EE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CFL03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RFID - Reading &amp; Access Control System Using MFRC522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EC62-7BFF-858A-D846-91789E90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1013"/>
            <a:ext cx="10515600" cy="4351338"/>
          </a:xfrm>
        </p:spPr>
        <p:txBody>
          <a:bodyPr/>
          <a:lstStyle/>
          <a:p>
            <a:r>
              <a:rPr lang="en-GB" b="1" dirty="0"/>
              <a:t>Things Needed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C0CDC-7C73-2B32-1083-BECC3125F8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A5F98B-EA2D-8434-CDBE-E779F35C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10FD22-43DC-BAB4-68F1-1F8924F2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4</a:t>
            </a:fld>
            <a:endParaRPr lang="en-GB"/>
          </a:p>
        </p:txBody>
      </p:sp>
      <p:pic>
        <p:nvPicPr>
          <p:cNvPr id="17" name="Picture 16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EDEA0734-B278-0DD5-86F8-89594083F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829" y="2193272"/>
            <a:ext cx="1929544" cy="1903410"/>
          </a:xfrm>
          <a:prstGeom prst="rect">
            <a:avLst/>
          </a:prstGeom>
        </p:spPr>
      </p:pic>
      <p:pic>
        <p:nvPicPr>
          <p:cNvPr id="10" name="Picture 9" descr="A blue key chain and a keychain next to a card&#10;&#10;AI-generated content may be incorrect.">
            <a:extLst>
              <a:ext uri="{FF2B5EF4-FFF2-40B4-BE49-F238E27FC236}">
                <a16:creationId xmlns:a16="http://schemas.microsoft.com/office/drawing/2014/main" id="{1A0064CB-8495-02D8-9817-D571DEBFB9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0315" y="3958991"/>
            <a:ext cx="3589331" cy="181371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1FEA10F-CDFD-0662-22CC-4EB528826BD3}"/>
              </a:ext>
            </a:extLst>
          </p:cNvPr>
          <p:cNvGrpSpPr/>
          <p:nvPr/>
        </p:nvGrpSpPr>
        <p:grpSpPr>
          <a:xfrm>
            <a:off x="1025965" y="4886621"/>
            <a:ext cx="784080" cy="441000"/>
            <a:chOff x="1025965" y="4886621"/>
            <a:chExt cx="784080" cy="44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63E7123-6013-3014-EC6D-583B769EDF59}"/>
                    </a:ext>
                  </a:extLst>
                </p14:cNvPr>
                <p14:cNvContentPartPr/>
                <p14:nvPr/>
              </p14:nvContentPartPr>
              <p14:xfrm>
                <a:off x="1033525" y="4886621"/>
                <a:ext cx="776520" cy="441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63E7123-6013-3014-EC6D-583B769EDF5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7885" y="4850981"/>
                  <a:ext cx="84816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DCB6F7B-A789-1718-9064-898AD8687D99}"/>
                    </a:ext>
                  </a:extLst>
                </p14:cNvPr>
                <p14:cNvContentPartPr/>
                <p14:nvPr/>
              </p14:nvContentPartPr>
              <p14:xfrm>
                <a:off x="1025965" y="5164181"/>
                <a:ext cx="154440" cy="152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DCB6F7B-A789-1718-9064-898AD8687D9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90325" y="5128181"/>
                  <a:ext cx="226080" cy="22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A2C905F-24A7-CD8A-2B0A-DC037D6D1363}"/>
                  </a:ext>
                </a:extLst>
              </p14:cNvPr>
              <p14:cNvContentPartPr/>
              <p14:nvPr/>
            </p14:nvContentPartPr>
            <p14:xfrm>
              <a:off x="245485" y="5521301"/>
              <a:ext cx="13320" cy="231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A2C905F-24A7-CD8A-2B0A-DC037D6D136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9845" y="5485661"/>
                <a:ext cx="84960" cy="30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2FD31595-EA1F-FAE1-2E27-F59F27D8A593}"/>
              </a:ext>
            </a:extLst>
          </p:cNvPr>
          <p:cNvGrpSpPr/>
          <p:nvPr/>
        </p:nvGrpSpPr>
        <p:grpSpPr>
          <a:xfrm>
            <a:off x="255565" y="5462621"/>
            <a:ext cx="795960" cy="638280"/>
            <a:chOff x="255565" y="5462621"/>
            <a:chExt cx="795960" cy="63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F23EE90-2C4D-53FB-A92D-15AEA9A5C3D3}"/>
                    </a:ext>
                  </a:extLst>
                </p14:cNvPr>
                <p14:cNvContentPartPr/>
                <p14:nvPr/>
              </p14:nvContentPartPr>
              <p14:xfrm>
                <a:off x="255565" y="5508341"/>
                <a:ext cx="207360" cy="204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F23EE90-2C4D-53FB-A92D-15AEA9A5C3D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9565" y="5472701"/>
                  <a:ext cx="2790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27B27DD-E2F5-AB8D-FA7F-207F0C0F567A}"/>
                    </a:ext>
                  </a:extLst>
                </p14:cNvPr>
                <p14:cNvContentPartPr/>
                <p14:nvPr/>
              </p14:nvContentPartPr>
              <p14:xfrm>
                <a:off x="479845" y="5493941"/>
                <a:ext cx="98280" cy="223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27B27DD-E2F5-AB8D-FA7F-207F0C0F567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3845" y="5457941"/>
                  <a:ext cx="1699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5DC1E88-43A2-449A-062C-F90A28D1E173}"/>
                    </a:ext>
                  </a:extLst>
                </p14:cNvPr>
                <p14:cNvContentPartPr/>
                <p14:nvPr/>
              </p14:nvContentPartPr>
              <p14:xfrm>
                <a:off x="554365" y="5588981"/>
                <a:ext cx="68760" cy="22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5DC1E88-43A2-449A-062C-F90A28D1E1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8365" y="5552981"/>
                  <a:ext cx="1404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E865CEB-5C4F-D3A8-10DF-AFF2A24A201A}"/>
                    </a:ext>
                  </a:extLst>
                </p14:cNvPr>
                <p14:cNvContentPartPr/>
                <p14:nvPr/>
              </p14:nvContentPartPr>
              <p14:xfrm>
                <a:off x="718165" y="5506181"/>
                <a:ext cx="82080" cy="175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E865CEB-5C4F-D3A8-10DF-AFF2A24A201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2165" y="5470181"/>
                  <a:ext cx="153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B9EC01C-8D64-4AFC-E363-2EBA902BE336}"/>
                    </a:ext>
                  </a:extLst>
                </p14:cNvPr>
                <p14:cNvContentPartPr/>
                <p14:nvPr/>
              </p14:nvContentPartPr>
              <p14:xfrm>
                <a:off x="754165" y="5654861"/>
                <a:ext cx="88200" cy="46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B9EC01C-8D64-4AFC-E363-2EBA902BE33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8165" y="5618861"/>
                  <a:ext cx="1598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A58C42F-61E2-3B88-0A29-E24D5A3DD0E0}"/>
                    </a:ext>
                  </a:extLst>
                </p14:cNvPr>
                <p14:cNvContentPartPr/>
                <p14:nvPr/>
              </p14:nvContentPartPr>
              <p14:xfrm>
                <a:off x="673525" y="5490341"/>
                <a:ext cx="125280" cy="51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A58C42F-61E2-3B88-0A29-E24D5A3DD0E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37525" y="5454701"/>
                  <a:ext cx="196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628A4FB-91F6-533D-0222-9E986543ABF6}"/>
                    </a:ext>
                  </a:extLst>
                </p14:cNvPr>
                <p14:cNvContentPartPr/>
                <p14:nvPr/>
              </p14:nvContentPartPr>
              <p14:xfrm>
                <a:off x="909325" y="5462621"/>
                <a:ext cx="71280" cy="180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628A4FB-91F6-533D-0222-9E986543ABF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73685" y="5426621"/>
                  <a:ext cx="1429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466C251-DEA8-DBDF-D7B8-521A3167DA3C}"/>
                    </a:ext>
                  </a:extLst>
                </p14:cNvPr>
                <p14:cNvContentPartPr/>
                <p14:nvPr/>
              </p14:nvContentPartPr>
              <p14:xfrm>
                <a:off x="880885" y="5493581"/>
                <a:ext cx="170640" cy="207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466C251-DEA8-DBDF-D7B8-521A3167DA3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44885" y="5457581"/>
                  <a:ext cx="242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8D45F81-E3B5-B1C3-A585-210AF333EEEB}"/>
                    </a:ext>
                  </a:extLst>
                </p14:cNvPr>
                <p14:cNvContentPartPr/>
                <p14:nvPr/>
              </p14:nvContentPartPr>
              <p14:xfrm>
                <a:off x="308125" y="5963381"/>
                <a:ext cx="195480" cy="137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8D45F81-E3B5-B1C3-A585-210AF333EEE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2485" y="5927741"/>
                  <a:ext cx="2671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0BB89EB-147A-D487-E79B-AB56F4C012DF}"/>
                    </a:ext>
                  </a:extLst>
                </p14:cNvPr>
                <p14:cNvContentPartPr/>
                <p14:nvPr/>
              </p14:nvContentPartPr>
              <p14:xfrm>
                <a:off x="503965" y="5945021"/>
                <a:ext cx="183240" cy="117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0BB89EB-147A-D487-E79B-AB56F4C012D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7965" y="5909381"/>
                  <a:ext cx="2548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1A0DA01-34D8-3D7E-F796-6CD052684361}"/>
                    </a:ext>
                  </a:extLst>
                </p14:cNvPr>
                <p14:cNvContentPartPr/>
                <p14:nvPr/>
              </p14:nvContentPartPr>
              <p14:xfrm>
                <a:off x="723205" y="5880581"/>
                <a:ext cx="75960" cy="135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1A0DA01-34D8-3D7E-F796-6CD05268436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7205" y="5844581"/>
                  <a:ext cx="1476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083DD26-07DE-CAC4-BC51-F78E870BD469}"/>
                    </a:ext>
                  </a:extLst>
                </p14:cNvPr>
                <p14:cNvContentPartPr/>
                <p14:nvPr/>
              </p14:nvContentPartPr>
              <p14:xfrm>
                <a:off x="839125" y="5801021"/>
                <a:ext cx="144000" cy="244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083DD26-07DE-CAC4-BC51-F78E870BD46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03485" y="5765381"/>
                  <a:ext cx="215640" cy="31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77DE53F-2F7D-5B80-B25D-27410017BFED}"/>
              </a:ext>
            </a:extLst>
          </p:cNvPr>
          <p:cNvGrpSpPr/>
          <p:nvPr/>
        </p:nvGrpSpPr>
        <p:grpSpPr>
          <a:xfrm>
            <a:off x="3127285" y="5345981"/>
            <a:ext cx="1176120" cy="1168560"/>
            <a:chOff x="3127285" y="5345981"/>
            <a:chExt cx="1176120" cy="116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3A7C344-5B29-6EC5-B386-5E7E055BCD1E}"/>
                    </a:ext>
                  </a:extLst>
                </p14:cNvPr>
                <p14:cNvContentPartPr/>
                <p14:nvPr/>
              </p14:nvContentPartPr>
              <p14:xfrm>
                <a:off x="3388285" y="5345981"/>
                <a:ext cx="181440" cy="671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3A7C344-5B29-6EC5-B386-5E7E055BCD1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52285" y="5310341"/>
                  <a:ext cx="253080" cy="74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1CE0C86-6F00-628F-22C2-8BE635C26FFE}"/>
                    </a:ext>
                  </a:extLst>
                </p14:cNvPr>
                <p14:cNvContentPartPr/>
                <p14:nvPr/>
              </p14:nvContentPartPr>
              <p14:xfrm>
                <a:off x="3441565" y="5838101"/>
                <a:ext cx="204120" cy="171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1CE0C86-6F00-628F-22C2-8BE635C26FF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05925" y="5802101"/>
                  <a:ext cx="2757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376584F-5718-E327-7892-670E26AF94B9}"/>
                    </a:ext>
                  </a:extLst>
                </p14:cNvPr>
                <p14:cNvContentPartPr/>
                <p14:nvPr/>
              </p14:nvContentPartPr>
              <p14:xfrm>
                <a:off x="3127285" y="6214301"/>
                <a:ext cx="59760" cy="188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376584F-5718-E327-7892-670E26AF94B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91645" y="6178661"/>
                  <a:ext cx="1314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C66F737-D122-C7E7-B85E-08A8D88740AA}"/>
                    </a:ext>
                  </a:extLst>
                </p14:cNvPr>
                <p14:cNvContentPartPr/>
                <p14:nvPr/>
              </p14:nvContentPartPr>
              <p14:xfrm>
                <a:off x="3179125" y="6193421"/>
                <a:ext cx="150480" cy="170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C66F737-D122-C7E7-B85E-08A8D88740A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43125" y="6157781"/>
                  <a:ext cx="2221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C770164-5B01-FCC2-8C47-0336D339A37D}"/>
                    </a:ext>
                  </a:extLst>
                </p14:cNvPr>
                <p14:cNvContentPartPr/>
                <p14:nvPr/>
              </p14:nvContentPartPr>
              <p14:xfrm>
                <a:off x="3336085" y="6222221"/>
                <a:ext cx="104400" cy="114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C770164-5B01-FCC2-8C47-0336D339A37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00445" y="6186581"/>
                  <a:ext cx="1760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6753899-3FEE-23ED-E5D3-C872EF210817}"/>
                    </a:ext>
                  </a:extLst>
                </p14:cNvPr>
                <p14:cNvContentPartPr/>
                <p14:nvPr/>
              </p14:nvContentPartPr>
              <p14:xfrm>
                <a:off x="3465325" y="6220781"/>
                <a:ext cx="179280" cy="293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6753899-3FEE-23ED-E5D3-C872EF21081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29325" y="6185141"/>
                  <a:ext cx="2509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E13F65A-E729-E3A0-62FF-8326B37A3810}"/>
                    </a:ext>
                  </a:extLst>
                </p14:cNvPr>
                <p14:cNvContentPartPr/>
                <p14:nvPr/>
              </p14:nvContentPartPr>
              <p14:xfrm>
                <a:off x="3747205" y="6064901"/>
                <a:ext cx="110880" cy="290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E13F65A-E729-E3A0-62FF-8326B37A381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11205" y="6029261"/>
                  <a:ext cx="1825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6D86BD3-14F3-1943-887C-7C4DF3912404}"/>
                    </a:ext>
                  </a:extLst>
                </p14:cNvPr>
                <p14:cNvContentPartPr/>
                <p14:nvPr/>
              </p14:nvContentPartPr>
              <p14:xfrm>
                <a:off x="3825325" y="6217901"/>
                <a:ext cx="77400" cy="45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6D86BD3-14F3-1943-887C-7C4DF391240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89325" y="6182261"/>
                  <a:ext cx="1490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29099CD-F117-C6CB-6463-34871B683A8B}"/>
                    </a:ext>
                  </a:extLst>
                </p14:cNvPr>
                <p14:cNvContentPartPr/>
                <p14:nvPr/>
              </p14:nvContentPartPr>
              <p14:xfrm>
                <a:off x="3988405" y="6173261"/>
                <a:ext cx="103680" cy="142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29099CD-F117-C6CB-6463-34871B683A8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52405" y="6137621"/>
                  <a:ext cx="1753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B3C6F17-632E-FB8A-67EB-DC4277FCC43B}"/>
                    </a:ext>
                  </a:extLst>
                </p14:cNvPr>
                <p14:cNvContentPartPr/>
                <p14:nvPr/>
              </p14:nvContentPartPr>
              <p14:xfrm>
                <a:off x="4107925" y="6073901"/>
                <a:ext cx="195480" cy="193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B3C6F17-632E-FB8A-67EB-DC4277FCC43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72285" y="6037901"/>
                  <a:ext cx="26712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C217180-627F-CE13-095C-FAE2361D96BE}"/>
              </a:ext>
            </a:extLst>
          </p:cNvPr>
          <p:cNvGrpSpPr/>
          <p:nvPr/>
        </p:nvGrpSpPr>
        <p:grpSpPr>
          <a:xfrm>
            <a:off x="4440925" y="4935581"/>
            <a:ext cx="2039760" cy="1731240"/>
            <a:chOff x="4440925" y="4935581"/>
            <a:chExt cx="2039760" cy="173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C2B4376-9B09-B8B6-84E2-1379BBC78233}"/>
                    </a:ext>
                  </a:extLst>
                </p14:cNvPr>
                <p14:cNvContentPartPr/>
                <p14:nvPr/>
              </p14:nvContentPartPr>
              <p14:xfrm>
                <a:off x="4440925" y="4935581"/>
                <a:ext cx="1080000" cy="767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C2B4376-9B09-B8B6-84E2-1379BBC7823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05285" y="4899581"/>
                  <a:ext cx="1151640" cy="83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78DAACC-F1CA-C1AC-314A-F0B2B798E1EA}"/>
                    </a:ext>
                  </a:extLst>
                </p14:cNvPr>
                <p14:cNvContentPartPr/>
                <p14:nvPr/>
              </p14:nvContentPartPr>
              <p14:xfrm>
                <a:off x="5439565" y="5632901"/>
                <a:ext cx="143640" cy="90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78DAACC-F1CA-C1AC-314A-F0B2B798E1E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03925" y="5596901"/>
                  <a:ext cx="2152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2445F20-2D22-DFE8-828B-06E59459EB2D}"/>
                    </a:ext>
                  </a:extLst>
                </p14:cNvPr>
                <p14:cNvContentPartPr/>
                <p14:nvPr/>
              </p14:nvContentPartPr>
              <p14:xfrm>
                <a:off x="5568805" y="5545061"/>
                <a:ext cx="11160" cy="181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2445F20-2D22-DFE8-828B-06E59459EB2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33165" y="5509421"/>
                  <a:ext cx="828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F80A60C-5ADD-D5CF-306C-D6879CD51749}"/>
                    </a:ext>
                  </a:extLst>
                </p14:cNvPr>
                <p14:cNvContentPartPr/>
                <p14:nvPr/>
              </p14:nvContentPartPr>
              <p14:xfrm>
                <a:off x="5284405" y="5960501"/>
                <a:ext cx="45000" cy="223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F80A60C-5ADD-D5CF-306C-D6879CD5174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48765" y="5924501"/>
                  <a:ext cx="1166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841FB93-1F23-C6B6-264D-73F4F2156C4B}"/>
                    </a:ext>
                  </a:extLst>
                </p14:cNvPr>
                <p14:cNvContentPartPr/>
                <p14:nvPr/>
              </p14:nvContentPartPr>
              <p14:xfrm>
                <a:off x="5300605" y="5892461"/>
                <a:ext cx="209160" cy="226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841FB93-1F23-C6B6-264D-73F4F2156C4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64965" y="5856821"/>
                  <a:ext cx="2808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29314BA-9375-F3E6-303B-1E9D14A40938}"/>
                    </a:ext>
                  </a:extLst>
                </p14:cNvPr>
                <p14:cNvContentPartPr/>
                <p14:nvPr/>
              </p14:nvContentPartPr>
              <p14:xfrm>
                <a:off x="5532805" y="5865461"/>
                <a:ext cx="76320" cy="212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29314BA-9375-F3E6-303B-1E9D14A4093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496805" y="5829821"/>
                  <a:ext cx="1479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F86A7C5-1775-C03C-3289-73629D184A96}"/>
                    </a:ext>
                  </a:extLst>
                </p14:cNvPr>
                <p14:cNvContentPartPr/>
                <p14:nvPr/>
              </p14:nvContentPartPr>
              <p14:xfrm>
                <a:off x="5583925" y="5993261"/>
                <a:ext cx="69840" cy="31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F86A7C5-1775-C03C-3289-73629D184A9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47925" y="5957621"/>
                  <a:ext cx="1414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CA0850C-53C2-4DFD-8DF8-038A32979F0B}"/>
                    </a:ext>
                  </a:extLst>
                </p14:cNvPr>
                <p14:cNvContentPartPr/>
                <p14:nvPr/>
              </p14:nvContentPartPr>
              <p14:xfrm>
                <a:off x="5768965" y="5847101"/>
                <a:ext cx="33840" cy="162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CA0850C-53C2-4DFD-8DF8-038A32979F0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732965" y="5811101"/>
                  <a:ext cx="1054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B1573DD-BF93-D0B1-5E95-B463D2F06F9D}"/>
                    </a:ext>
                  </a:extLst>
                </p14:cNvPr>
                <p14:cNvContentPartPr/>
                <p14:nvPr/>
              </p14:nvContentPartPr>
              <p14:xfrm>
                <a:off x="5781205" y="5996861"/>
                <a:ext cx="83520" cy="63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B1573DD-BF93-D0B1-5E95-B463D2F06F9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45565" y="5960861"/>
                  <a:ext cx="1551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EB07B21-DBA7-1EED-5803-3CD8DCE37E17}"/>
                    </a:ext>
                  </a:extLst>
                </p14:cNvPr>
                <p14:cNvContentPartPr/>
                <p14:nvPr/>
              </p14:nvContentPartPr>
              <p14:xfrm>
                <a:off x="5706685" y="5830181"/>
                <a:ext cx="111960" cy="49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EB07B21-DBA7-1EED-5803-3CD8DCE37E1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671045" y="5794541"/>
                  <a:ext cx="1836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2507B56-BAD2-969B-0BE9-72930B42FC13}"/>
                    </a:ext>
                  </a:extLst>
                </p14:cNvPr>
                <p14:cNvContentPartPr/>
                <p14:nvPr/>
              </p14:nvContentPartPr>
              <p14:xfrm>
                <a:off x="5919085" y="5773301"/>
                <a:ext cx="67320" cy="160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2507B56-BAD2-969B-0BE9-72930B42FC1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83445" y="5737301"/>
                  <a:ext cx="1389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A2C922A-A42D-BE7C-5D44-3D7BAB0DDD23}"/>
                    </a:ext>
                  </a:extLst>
                </p14:cNvPr>
                <p14:cNvContentPartPr/>
                <p14:nvPr/>
              </p14:nvContentPartPr>
              <p14:xfrm>
                <a:off x="5898205" y="5750981"/>
                <a:ext cx="192960" cy="273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A2C922A-A42D-BE7C-5D44-3D7BAB0DDD2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62205" y="5715341"/>
                  <a:ext cx="26460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CFFA6EE-4CA4-827C-4B09-61FB5DCA9985}"/>
                    </a:ext>
                  </a:extLst>
                </p14:cNvPr>
                <p14:cNvContentPartPr/>
                <p14:nvPr/>
              </p14:nvContentPartPr>
              <p14:xfrm>
                <a:off x="4929805" y="6508781"/>
                <a:ext cx="133560" cy="158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CFFA6EE-4CA4-827C-4B09-61FB5DCA998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94165" y="6473141"/>
                  <a:ext cx="205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BB5A7DA-D0B5-71E0-D42F-FAC5F3A6E594}"/>
                    </a:ext>
                  </a:extLst>
                </p14:cNvPr>
                <p14:cNvContentPartPr/>
                <p14:nvPr/>
              </p14:nvContentPartPr>
              <p14:xfrm>
                <a:off x="5087845" y="6542261"/>
                <a:ext cx="154080" cy="114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BB5A7DA-D0B5-71E0-D42F-FAC5F3A6E59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52205" y="6506261"/>
                  <a:ext cx="2257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6E60B6E-BB4A-B869-43AD-C2705AD084F2}"/>
                    </a:ext>
                  </a:extLst>
                </p14:cNvPr>
                <p14:cNvContentPartPr/>
                <p14:nvPr/>
              </p14:nvContentPartPr>
              <p14:xfrm>
                <a:off x="5274685" y="6481781"/>
                <a:ext cx="60120" cy="132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6E60B6E-BB4A-B869-43AD-C2705AD084F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38685" y="6446141"/>
                  <a:ext cx="1317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C613F9C-11F7-D33C-AE1C-3CE0FE19D26D}"/>
                    </a:ext>
                  </a:extLst>
                </p14:cNvPr>
                <p14:cNvContentPartPr/>
                <p14:nvPr/>
              </p14:nvContentPartPr>
              <p14:xfrm>
                <a:off x="5401405" y="6385661"/>
                <a:ext cx="111600" cy="182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C613F9C-11F7-D33C-AE1C-3CE0FE19D26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365405" y="6350021"/>
                  <a:ext cx="1832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BA7358F-6493-04FD-F9CD-908D36CF027B}"/>
                    </a:ext>
                  </a:extLst>
                </p14:cNvPr>
                <p14:cNvContentPartPr/>
                <p14:nvPr/>
              </p14:nvContentPartPr>
              <p14:xfrm>
                <a:off x="5649805" y="6365501"/>
                <a:ext cx="84600" cy="178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BA7358F-6493-04FD-F9CD-908D36CF027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613805" y="6329861"/>
                  <a:ext cx="1562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784902B-7A56-2F8F-97E9-283404DA69F3}"/>
                    </a:ext>
                  </a:extLst>
                </p14:cNvPr>
                <p14:cNvContentPartPr/>
                <p14:nvPr/>
              </p14:nvContentPartPr>
              <p14:xfrm>
                <a:off x="5658445" y="6267221"/>
                <a:ext cx="195120" cy="265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784902B-7A56-2F8F-97E9-283404DA69F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622445" y="6231581"/>
                  <a:ext cx="2667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712A8F0-308B-973E-5888-596084F3F125}"/>
                    </a:ext>
                  </a:extLst>
                </p14:cNvPr>
                <p14:cNvContentPartPr/>
                <p14:nvPr/>
              </p14:nvContentPartPr>
              <p14:xfrm>
                <a:off x="5840245" y="6372341"/>
                <a:ext cx="124200" cy="123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712A8F0-308B-973E-5888-596084F3F12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804245" y="6336341"/>
                  <a:ext cx="1958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98FFB65-EE14-7917-3072-BA8A7930A817}"/>
                    </a:ext>
                  </a:extLst>
                </p14:cNvPr>
                <p14:cNvContentPartPr/>
                <p14:nvPr/>
              </p14:nvContentPartPr>
              <p14:xfrm>
                <a:off x="6000805" y="6347861"/>
                <a:ext cx="150840" cy="104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98FFB65-EE14-7917-3072-BA8A7930A81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65165" y="6311861"/>
                  <a:ext cx="2224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12850E8-2F0F-CE46-4491-7C064210F30D}"/>
                    </a:ext>
                  </a:extLst>
                </p14:cNvPr>
                <p14:cNvContentPartPr/>
                <p14:nvPr/>
              </p14:nvContentPartPr>
              <p14:xfrm>
                <a:off x="6151645" y="6285221"/>
                <a:ext cx="100800" cy="100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12850E8-2F0F-CE46-4491-7C064210F30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115645" y="6249221"/>
                  <a:ext cx="1724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B96CD90-F210-9D8A-744E-20013E9D91BF}"/>
                    </a:ext>
                  </a:extLst>
                </p14:cNvPr>
                <p14:cNvContentPartPr/>
                <p14:nvPr/>
              </p14:nvContentPartPr>
              <p14:xfrm>
                <a:off x="6172525" y="6144461"/>
                <a:ext cx="109800" cy="189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B96CD90-F210-9D8A-744E-20013E9D91B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136525" y="6108461"/>
                  <a:ext cx="1814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46F5E02-7F90-04CF-D093-04DBFD9F3494}"/>
                    </a:ext>
                  </a:extLst>
                </p14:cNvPr>
                <p14:cNvContentPartPr/>
                <p14:nvPr/>
              </p14:nvContentPartPr>
              <p14:xfrm>
                <a:off x="6315445" y="6236981"/>
                <a:ext cx="86040" cy="1191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46F5E02-7F90-04CF-D093-04DBFD9F349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79445" y="6201341"/>
                  <a:ext cx="1576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5CF6260-1FBF-5210-3639-7609E9EC0BA8}"/>
                    </a:ext>
                  </a:extLst>
                </p14:cNvPr>
                <p14:cNvContentPartPr/>
                <p14:nvPr/>
              </p14:nvContentPartPr>
              <p14:xfrm>
                <a:off x="6435685" y="6125381"/>
                <a:ext cx="45000" cy="192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5CF6260-1FBF-5210-3639-7609E9EC0BA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400045" y="6089381"/>
                  <a:ext cx="116640" cy="263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3901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173219" name="Title 1"/>
          <p:cNvSpPr>
            <a:spLocks noGrp="1"/>
          </p:cNvSpPr>
          <p:nvPr>
            <p:ph type="title"/>
          </p:nvPr>
        </p:nvSpPr>
        <p:spPr bwMode="auto">
          <a:xfrm>
            <a:off x="695769" y="89166"/>
            <a:ext cx="10515600" cy="11036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CFL03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RFID - Reading</a:t>
            </a:r>
            <a:endParaRPr lang="en-GB" b="1" kern="1200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8004A1-5A80-4A34-F667-4E6CF6C50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90" y="1342069"/>
            <a:ext cx="4685427" cy="54267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066AC5-0AD2-B54A-5FF6-2FA7B8CC4E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569" y="1342068"/>
            <a:ext cx="5362322" cy="542676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CF34DD-A036-EEFA-33DD-67D615EED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9F14C-D05D-0307-0238-0A428512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5</a:t>
            </a:fld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514844" name="Title 1"/>
          <p:cNvSpPr>
            <a:spLocks noGrp="1"/>
          </p:cNvSpPr>
          <p:nvPr>
            <p:ph type="title"/>
          </p:nvPr>
        </p:nvSpPr>
        <p:spPr bwMode="auto">
          <a:xfrm>
            <a:off x="695768" y="17951"/>
            <a:ext cx="11156387" cy="11036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CFL03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RFID Tag Reading</a:t>
            </a:r>
            <a:endParaRPr lang="en-GB" b="1" kern="1200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35164756" name="Content Placeholder 2"/>
          <p:cNvSpPr>
            <a:spLocks noGrp="1"/>
          </p:cNvSpPr>
          <p:nvPr>
            <p:ph idx="1"/>
          </p:nvPr>
        </p:nvSpPr>
        <p:spPr bwMode="auto">
          <a:xfrm>
            <a:off x="739878" y="1121634"/>
            <a:ext cx="5095278" cy="5496474"/>
          </a:xfrm>
          <a:ln w="38100">
            <a:solidFill>
              <a:schemeClr val="accent1">
                <a:lumMod val="75000"/>
              </a:schemeClr>
            </a:solidFill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endParaRPr lang="en-GB" sz="2400" b="1" i="0" u="none" dirty="0">
              <a:solidFill>
                <a:srgbClr val="000000"/>
              </a:solidFill>
              <a:ea typeface="Times New Roman"/>
              <a:cs typeface="Times New Roman"/>
            </a:endParaRPr>
          </a:p>
          <a:p>
            <a:pPr>
              <a:defRPr/>
            </a:pPr>
            <a:r>
              <a:rPr sz="2400" i="0" u="none" dirty="0">
                <a:solidFill>
                  <a:srgbClr val="000000"/>
                </a:solidFill>
                <a:ea typeface="Times New Roman"/>
                <a:cs typeface="Times New Roman"/>
              </a:rPr>
              <a:t>Code Explanation (RFID </a:t>
            </a:r>
            <a:r>
              <a:rPr sz="24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UID Reader)</a:t>
            </a:r>
            <a:endParaRPr dirty="0"/>
          </a:p>
          <a:p>
            <a:pPr>
              <a:defRPr/>
            </a:pPr>
            <a:r>
              <a:rPr sz="14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setup()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Start Serial monitor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Initialize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OLED</a:t>
            </a: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, show “RFID Ready”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Initialize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RFID reader (MFRC522)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Display “Scan card…” message in Serial</a:t>
            </a:r>
            <a:endParaRPr dirty="0"/>
          </a:p>
          <a:p>
            <a:pPr>
              <a:defRPr/>
            </a:pPr>
            <a:r>
              <a:rPr sz="14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loop()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Check if a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new card is present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Read card’s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UID bytes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Convert UID to </a:t>
            </a:r>
            <a:r>
              <a:rPr sz="1200" b="1" i="0" u="none" dirty="0">
                <a:solidFill>
                  <a:srgbClr val="000000"/>
                </a:solidFill>
                <a:ea typeface="Times New Roman"/>
                <a:cs typeface="Times New Roman"/>
              </a:rPr>
              <a:t>HEX string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Print UID in Serial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Display UID on OLED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Title: “RFID UID”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UID printed below</a:t>
            </a:r>
            <a:endParaRPr dirty="0"/>
          </a:p>
          <a:p>
            <a:pPr>
              <a:defRPr/>
            </a:pPr>
            <a:r>
              <a:rPr sz="1200" b="0" i="0" u="none" dirty="0">
                <a:solidFill>
                  <a:srgbClr val="000000"/>
                </a:solidFill>
                <a:ea typeface="Times New Roman"/>
                <a:cs typeface="Times New Roman"/>
              </a:rPr>
              <a:t>Small delay before next scan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95BDD0-21D0-7A2F-09D2-48B81D1E2F94}"/>
              </a:ext>
            </a:extLst>
          </p:cNvPr>
          <p:cNvSpPr txBox="1"/>
          <p:nvPr/>
        </p:nvSpPr>
        <p:spPr>
          <a:xfrm>
            <a:off x="6096000" y="5736105"/>
            <a:ext cx="5898587" cy="92333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 err="1"/>
              <a:t>Github</a:t>
            </a:r>
            <a:r>
              <a:rPr lang="en-GB" b="1" dirty="0"/>
              <a:t> Code Link:</a:t>
            </a:r>
          </a:p>
          <a:p>
            <a:r>
              <a:rPr lang="en-GB" sz="1200" b="1" dirty="0"/>
              <a:t>(1) https://github.com/info-zas/Training/tree/main/GPREC/03_Communications/01_Code/01_Comm_Kit_RFIDCardInfo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30650-4C93-DD9E-AC0E-C0A4F39A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A73CD-6D2B-0DBA-9365-07A3A277F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6</a:t>
            </a:fld>
            <a:endParaRPr lang="en-GB"/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3737DB62-A7E5-58B2-80AA-DF9EA91B6279}"/>
              </a:ext>
            </a:extLst>
          </p:cNvPr>
          <p:cNvSpPr txBox="1"/>
          <p:nvPr/>
        </p:nvSpPr>
        <p:spPr bwMode="auto">
          <a:xfrm>
            <a:off x="6017822" y="5366773"/>
            <a:ext cx="5146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CFL03 (CFL03_RFID_Card_Info.ino):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21E4B2-F04F-A0B3-DCC6-2B90D30466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403" y="1121634"/>
            <a:ext cx="5390505" cy="30321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7D9AC-2FBA-39DF-5CA7-259FA393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CFL03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RFID Tag Reading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622E4-652D-A2C1-9F89-D757C9F2A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070BE0-DBB0-43D2-8163-00D419A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7</a:t>
            </a:fld>
            <a:endParaRPr lang="en-GB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80920D-1226-7A07-892A-8D5173D2C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96596" y="1586380"/>
            <a:ext cx="4297834" cy="4272006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4641A5-35A3-CC73-6014-625CD54DA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313" y="1586380"/>
            <a:ext cx="4313331" cy="42720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4A4C5A-6667-7630-1AE2-7C18A8DA45FD}"/>
              </a:ext>
            </a:extLst>
          </p:cNvPr>
          <p:cNvSpPr txBox="1"/>
          <p:nvPr/>
        </p:nvSpPr>
        <p:spPr>
          <a:xfrm>
            <a:off x="996596" y="5922702"/>
            <a:ext cx="42978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With RFID Card (Proximity Card</a:t>
            </a:r>
            <a:r>
              <a:rPr lang="en-US" dirty="0"/>
              <a:t> or </a:t>
            </a:r>
            <a:r>
              <a:rPr lang="en-US" i="1" dirty="0"/>
              <a:t>RFID Smart Card</a:t>
            </a:r>
            <a:r>
              <a:rPr lang="en-US" dirty="0"/>
              <a:t>)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DCB178-6748-5423-F8A5-7FE21738D667}"/>
              </a:ext>
            </a:extLst>
          </p:cNvPr>
          <p:cNvSpPr txBox="1"/>
          <p:nvPr/>
        </p:nvSpPr>
        <p:spPr>
          <a:xfrm>
            <a:off x="6311313" y="6033184"/>
            <a:ext cx="4297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With </a:t>
            </a:r>
            <a:r>
              <a:rPr lang="en-GB" dirty="0"/>
              <a:t>Blue Key Fob</a:t>
            </a:r>
          </a:p>
        </p:txBody>
      </p:sp>
    </p:spTree>
    <p:extLst>
      <p:ext uri="{BB962C8B-B14F-4D97-AF65-F5344CB8AC3E}">
        <p14:creationId xmlns:p14="http://schemas.microsoft.com/office/powerpoint/2010/main" val="1646601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C1FFB-3385-BDBC-6585-195A3B407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C382D9-09B4-6318-99CF-6DE82C1E1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8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BB50D69-A23C-04ED-6A14-6C36FA5E1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CFL03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RFID - Access Control System</a:t>
            </a:r>
            <a:endParaRPr lang="en-GB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33A036-26BD-B963-8136-7E444B96C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544" y="1504335"/>
            <a:ext cx="4227251" cy="41769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7CE39F-9F7B-FE63-A21C-90D216DFAF17}"/>
              </a:ext>
            </a:extLst>
          </p:cNvPr>
          <p:cNvSpPr txBox="1"/>
          <p:nvPr/>
        </p:nvSpPr>
        <p:spPr>
          <a:xfrm>
            <a:off x="737420" y="2038360"/>
            <a:ext cx="5067256" cy="378565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setup()</a:t>
            </a:r>
          </a:p>
          <a:p>
            <a:r>
              <a:rPr lang="en-GB" sz="1600" dirty="0"/>
              <a:t>    • Start Serial communication</a:t>
            </a:r>
          </a:p>
          <a:p>
            <a:r>
              <a:rPr lang="en-GB" sz="1600" dirty="0"/>
              <a:t>    • Initialise SPI bus</a:t>
            </a:r>
          </a:p>
          <a:p>
            <a:r>
              <a:rPr lang="en-GB" sz="1600" dirty="0"/>
              <a:t>    • Initialise RFID reader (MFRC522)</a:t>
            </a:r>
          </a:p>
          <a:p>
            <a:r>
              <a:rPr lang="en-GB" sz="1600" dirty="0"/>
              <a:t>    • Display “Scan card…” message in Serial</a:t>
            </a:r>
          </a:p>
          <a:p>
            <a:endParaRPr lang="en-GB" sz="1600" dirty="0"/>
          </a:p>
          <a:p>
            <a:r>
              <a:rPr lang="en-GB" sz="1600" dirty="0"/>
              <a:t>loop()</a:t>
            </a:r>
          </a:p>
          <a:p>
            <a:r>
              <a:rPr lang="en-GB" sz="1600" dirty="0"/>
              <a:t>    • Check if a new RFID card is present</a:t>
            </a:r>
          </a:p>
          <a:p>
            <a:r>
              <a:rPr lang="en-GB" sz="1600" dirty="0"/>
              <a:t>    • Read the card’s UID</a:t>
            </a:r>
          </a:p>
          <a:p>
            <a:r>
              <a:rPr lang="en-GB" sz="1600" dirty="0"/>
              <a:t>    • Convert UID bytes to HEX string</a:t>
            </a:r>
          </a:p>
          <a:p>
            <a:r>
              <a:rPr lang="en-GB" sz="1600" dirty="0"/>
              <a:t>    • Print UID to Serial Monitor</a:t>
            </a:r>
          </a:p>
          <a:p>
            <a:r>
              <a:rPr lang="en-GB" sz="1600" dirty="0"/>
              <a:t>    • Compare UID with authorised IDs</a:t>
            </a:r>
          </a:p>
          <a:p>
            <a:r>
              <a:rPr lang="en-GB" sz="1600" dirty="0"/>
              <a:t>    • Display “Authorized access” or “Access denied” in Serial</a:t>
            </a:r>
          </a:p>
          <a:p>
            <a:r>
              <a:rPr lang="en-GB" sz="1600" dirty="0"/>
              <a:t>    • Wait for 3 seconds before next scan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BC19A5E3-9E39-8848-C3D4-D79319914ED2}"/>
              </a:ext>
            </a:extLst>
          </p:cNvPr>
          <p:cNvSpPr txBox="1"/>
          <p:nvPr/>
        </p:nvSpPr>
        <p:spPr bwMode="auto">
          <a:xfrm>
            <a:off x="6308113" y="5824012"/>
            <a:ext cx="51464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CFL03 (</a:t>
            </a:r>
            <a:r>
              <a:rPr lang="en-US" b="1" dirty="0"/>
              <a:t>CFL03_RFID_Card_Read_Access</a:t>
            </a:r>
            <a:r>
              <a:rPr lang="en-GB" b="1" dirty="0"/>
              <a:t>.ino):</a:t>
            </a:r>
          </a:p>
        </p:txBody>
      </p:sp>
    </p:spTree>
    <p:extLst>
      <p:ext uri="{BB962C8B-B14F-4D97-AF65-F5344CB8AC3E}">
        <p14:creationId xmlns:p14="http://schemas.microsoft.com/office/powerpoint/2010/main" val="3483057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188E0-0A22-0981-413F-8623AB8A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769" y="0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CFL03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RFID - Access Control System -OLED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B5737-FF2E-454D-CAF4-496FAC5C0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7C7A4-E0B6-CBFA-83B5-92E487087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9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9CF68C-156F-8E7F-7BC2-05DFAE2A2F02}"/>
              </a:ext>
            </a:extLst>
          </p:cNvPr>
          <p:cNvSpPr txBox="1"/>
          <p:nvPr/>
        </p:nvSpPr>
        <p:spPr bwMode="auto">
          <a:xfrm>
            <a:off x="5953569" y="6019704"/>
            <a:ext cx="5898587" cy="27699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GB" sz="1200" b="1" dirty="0"/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F36CD726-CAE6-53C2-96EE-900D0B3C6848}"/>
              </a:ext>
            </a:extLst>
          </p:cNvPr>
          <p:cNvSpPr txBox="1"/>
          <p:nvPr/>
        </p:nvSpPr>
        <p:spPr bwMode="auto">
          <a:xfrm>
            <a:off x="5851682" y="5358157"/>
            <a:ext cx="51464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CFL03 (</a:t>
            </a:r>
            <a:r>
              <a:rPr lang="en-US" b="1" dirty="0"/>
              <a:t>CFL03_RFID_Card_Read_Access_OLED</a:t>
            </a:r>
            <a:r>
              <a:rPr lang="en-GB" b="1" dirty="0"/>
              <a:t>.ino):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A0E2B7-515A-DDF9-4AEB-C5570D7B2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064" y="1050473"/>
            <a:ext cx="6971071" cy="39212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D24C51-00AB-760F-6B33-A17CD353390A}"/>
              </a:ext>
            </a:extLst>
          </p:cNvPr>
          <p:cNvSpPr txBox="1"/>
          <p:nvPr/>
        </p:nvSpPr>
        <p:spPr>
          <a:xfrm>
            <a:off x="916858" y="1813173"/>
            <a:ext cx="4127090" cy="323165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200" dirty="0"/>
              <a:t>setup()</a:t>
            </a:r>
          </a:p>
          <a:p>
            <a:r>
              <a:rPr lang="en-GB" sz="1200" dirty="0"/>
              <a:t>    • Start Serial communication</a:t>
            </a:r>
          </a:p>
          <a:p>
            <a:r>
              <a:rPr lang="en-GB" sz="1200" dirty="0"/>
              <a:t>    • Initialise I2C and OLED display</a:t>
            </a:r>
          </a:p>
          <a:p>
            <a:r>
              <a:rPr lang="en-GB" sz="1200" dirty="0"/>
              <a:t>    • Show “RFID Ready” on OLED</a:t>
            </a:r>
          </a:p>
          <a:p>
            <a:r>
              <a:rPr lang="en-GB" sz="1200" dirty="0"/>
              <a:t>    • Initialise SPI bus</a:t>
            </a:r>
          </a:p>
          <a:p>
            <a:r>
              <a:rPr lang="en-GB" sz="1200" dirty="0"/>
              <a:t>    • Initialise RFID reader (MFRC522)</a:t>
            </a:r>
          </a:p>
          <a:p>
            <a:endParaRPr lang="en-GB" sz="1200" dirty="0"/>
          </a:p>
          <a:p>
            <a:r>
              <a:rPr lang="en-GB" sz="1200" dirty="0"/>
              <a:t>loop()</a:t>
            </a:r>
          </a:p>
          <a:p>
            <a:r>
              <a:rPr lang="en-GB" sz="1200" dirty="0"/>
              <a:t>    • Check if a new RFID card is present</a:t>
            </a:r>
          </a:p>
          <a:p>
            <a:r>
              <a:rPr lang="en-GB" sz="1200" dirty="0"/>
              <a:t>    • Read the card’s UID bytes</a:t>
            </a:r>
          </a:p>
          <a:p>
            <a:r>
              <a:rPr lang="en-GB" sz="1200" dirty="0"/>
              <a:t>    • Convert UID to HEX string</a:t>
            </a:r>
          </a:p>
          <a:p>
            <a:r>
              <a:rPr lang="en-GB" sz="1200" dirty="0"/>
              <a:t>    • Compare UID with authorised IDs</a:t>
            </a:r>
          </a:p>
          <a:p>
            <a:r>
              <a:rPr lang="en-GB" sz="1200" dirty="0"/>
              <a:t>    • Display “ACCESS AUTHORIZED” or “ACCESS DENIED” on OLED</a:t>
            </a:r>
          </a:p>
          <a:p>
            <a:r>
              <a:rPr lang="en-GB" sz="1200" dirty="0"/>
              <a:t>    • Print access result to Serial Monitor</a:t>
            </a:r>
          </a:p>
          <a:p>
            <a:r>
              <a:rPr lang="en-GB" sz="1200" dirty="0"/>
              <a:t>    • Wait for 3 seconds</a:t>
            </a:r>
          </a:p>
          <a:p>
            <a:r>
              <a:rPr lang="en-GB" sz="1200" dirty="0"/>
              <a:t>    • Display “Scan Card…” on OLED</a:t>
            </a:r>
          </a:p>
        </p:txBody>
      </p:sp>
    </p:spTree>
    <p:extLst>
      <p:ext uri="{BB962C8B-B14F-4D97-AF65-F5344CB8AC3E}">
        <p14:creationId xmlns:p14="http://schemas.microsoft.com/office/powerpoint/2010/main" val="2466485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1494</TotalTime>
  <Words>534</Words>
  <Application>Microsoft Office PowerPoint</Application>
  <PresentationFormat>Widescreen</PresentationFormat>
  <Paragraphs>105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Communication Kit (Kit 3)</vt:lpstr>
      <vt:lpstr>Communication Kit : Contents</vt:lpstr>
      <vt:lpstr>Kit 3 Communication Creative Board - Features</vt:lpstr>
      <vt:lpstr>CFL03 : RFID - Reading &amp; Access Control System Using MFRC522</vt:lpstr>
      <vt:lpstr>CFL03 : RFID - Reading</vt:lpstr>
      <vt:lpstr>CFL03 : RFID Tag Reading</vt:lpstr>
      <vt:lpstr>CFL03 : RFID Tag Reading</vt:lpstr>
      <vt:lpstr>CFL03 : RFID - Access Control System</vt:lpstr>
      <vt:lpstr>CFL03 : RFID - Access Control System -OLED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42</cp:revision>
  <dcterms:created xsi:type="dcterms:W3CDTF">2025-12-15T19:48:42Z</dcterms:created>
  <dcterms:modified xsi:type="dcterms:W3CDTF">2026-01-07T09:00:55Z</dcterms:modified>
</cp:coreProperties>
</file>