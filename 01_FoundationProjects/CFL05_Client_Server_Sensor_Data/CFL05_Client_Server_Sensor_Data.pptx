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561" r:id="rId3"/>
    <p:sldId id="260" r:id="rId4"/>
    <p:sldId id="257" r:id="rId5"/>
    <p:sldId id="263" r:id="rId6"/>
    <p:sldId id="563" r:id="rId7"/>
    <p:sldId id="5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63" d="100"/>
          <a:sy n="63" d="100"/>
        </p:scale>
        <p:origin x="1224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829800" cy="1655762"/>
          </a:xfrm>
        </p:spPr>
        <p:txBody>
          <a:bodyPr>
            <a:normAutofit fontScale="850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CFL05:WiFi Client (HTTP)-Server(ESP32) Sensor Network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740D586E-55B5-5094-D9DB-F1123CC5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892" y="1109348"/>
            <a:ext cx="5712332" cy="5247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CFL05 : </a:t>
            </a:r>
            <a:r>
              <a:rPr lang="en-US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WiFi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Client (HTTP)-Server(ESP32) Sensor Network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pic>
        <p:nvPicPr>
          <p:cNvPr id="17" name="Picture 1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EDEA0734-B278-0DD5-86F8-89594083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8502" y="3234586"/>
            <a:ext cx="1929544" cy="1903410"/>
          </a:xfrm>
          <a:prstGeom prst="rect">
            <a:avLst/>
          </a:prstGeom>
        </p:spPr>
      </p:pic>
      <p:pic>
        <p:nvPicPr>
          <p:cNvPr id="10" name="Picture 9" descr="A blue circuit board with a red button&#10;&#10;AI-generated content may be incorrect.">
            <a:extLst>
              <a:ext uri="{FF2B5EF4-FFF2-40B4-BE49-F238E27FC236}">
                <a16:creationId xmlns:a16="http://schemas.microsoft.com/office/drawing/2014/main" id="{71802B1C-420A-9A26-0044-79F43FB7C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598410" y="3559832"/>
            <a:ext cx="2941575" cy="140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1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BCDA288-FEC0-A749-E3D4-334F0BF90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CFL05 : </a:t>
            </a:r>
            <a:r>
              <a:rPr lang="en-US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WiFi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Client (HTTP)-Server(ESP32) Sensor (DHT11) Network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185647-9042-6628-793D-DE38F4073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567900"/>
              </p:ext>
            </p:extLst>
          </p:nvPr>
        </p:nvGraphicFramePr>
        <p:xfrm>
          <a:off x="1058819" y="1866935"/>
          <a:ext cx="28425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296">
                  <a:extLst>
                    <a:ext uri="{9D8B030D-6E8A-4147-A177-3AD203B41FA5}">
                      <a16:colId xmlns:a16="http://schemas.microsoft.com/office/drawing/2014/main" val="1233141021"/>
                    </a:ext>
                  </a:extLst>
                </a:gridCol>
                <a:gridCol w="1421296">
                  <a:extLst>
                    <a:ext uri="{9D8B030D-6E8A-4147-A177-3AD203B41FA5}">
                      <a16:colId xmlns:a16="http://schemas.microsoft.com/office/drawing/2014/main" val="3696644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DHT11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ESP32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58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579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9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52587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C39CB90-10FD-75AC-84C1-A0C206346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622" y="1056285"/>
            <a:ext cx="4271244" cy="3104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7C1F25-CA43-D0A7-9A2A-A0540BBC1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99581" y="3376160"/>
            <a:ext cx="3261147" cy="343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7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6872-F2D6-E9D0-F08E-79F3634F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CFL05 : </a:t>
            </a:r>
            <a:r>
              <a:rPr lang="en-US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WiFi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Client (HTTP)-Server(ESP32) Sensor (DHT11) Network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BAB7D-8451-9EE7-F8B8-DC360628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F4EAE-945A-25C6-0161-C6DE302A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6</a:t>
            </a:fld>
            <a:endParaRPr lang="en-GB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662FE9-87F6-6B41-A974-38F2A9F2E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594" y="1071716"/>
            <a:ext cx="4743607" cy="5786284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5760E6C1-0F9A-D7DC-B429-81E2AEDD237D}"/>
              </a:ext>
            </a:extLst>
          </p:cNvPr>
          <p:cNvSpPr txBox="1"/>
          <p:nvPr/>
        </p:nvSpPr>
        <p:spPr bwMode="auto">
          <a:xfrm>
            <a:off x="591524" y="4777147"/>
            <a:ext cx="5146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CFL05 (CFL05_Client_Server_Sensor_Data.ino):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734E1B7-B63B-CB64-7BA4-7180607154A8}"/>
              </a:ext>
            </a:extLst>
          </p:cNvPr>
          <p:cNvSpPr txBox="1"/>
          <p:nvPr/>
        </p:nvSpPr>
        <p:spPr>
          <a:xfrm>
            <a:off x="722163" y="5511604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4697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B48F-1124-83A5-7649-F8110AF36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CFL05 : </a:t>
            </a:r>
            <a:r>
              <a:rPr lang="en-US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WiFi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Client (HTTP)-Server(ESP32) Sensor (DHT11) Network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36EE4-1E68-E418-B4C3-B3D696C8B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F72A0E-0641-FFDF-6DD4-8E768EC2A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7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5191A-155A-2549-DB4D-9AC01C21ED6A}"/>
              </a:ext>
            </a:extLst>
          </p:cNvPr>
          <p:cNvSpPr txBox="1"/>
          <p:nvPr/>
        </p:nvSpPr>
        <p:spPr>
          <a:xfrm>
            <a:off x="838200" y="1908351"/>
            <a:ext cx="6424617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Once you upload the code, press EN button on ESP32 and select the </a:t>
            </a:r>
            <a:r>
              <a:rPr lang="en-GB" sz="1600" dirty="0" err="1"/>
              <a:t>baudrate</a:t>
            </a:r>
            <a:r>
              <a:rPr lang="en-GB" sz="1600" dirty="0"/>
              <a:t> to 115200 and copy the IP address from serial monitor as below. Copy the IP address in the browser.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34B98D-310D-70BD-45C6-1C78BF917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57012"/>
            <a:ext cx="2480247" cy="2769042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B65E3A-DEEF-6D7E-F517-CD180AF82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265" y="2957012"/>
            <a:ext cx="5604436" cy="2769042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7313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2796</TotalTime>
  <Words>231</Words>
  <Application>Microsoft Office PowerPoint</Application>
  <PresentationFormat>Widescreen</PresentationFormat>
  <Paragraphs>52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Communication Kit (Kit 3)</vt:lpstr>
      <vt:lpstr>Communication Kit : Contents</vt:lpstr>
      <vt:lpstr>Kit 3 Communication Creative Board - Features</vt:lpstr>
      <vt:lpstr>CFL05 : WiFi Client (HTTP)-Server(ESP32) Sensor Network</vt:lpstr>
      <vt:lpstr>CFL05 : WiFi Client (HTTP)-Server(ESP32) Sensor (DHT11) Network</vt:lpstr>
      <vt:lpstr>CFL05 : WiFi Client (HTTP)-Server(ESP32) Sensor (DHT11) Network</vt:lpstr>
      <vt:lpstr>CFL05 : WiFi Client (HTTP)-Server(ESP32) Sensor (DHT11) Network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50</cp:revision>
  <dcterms:created xsi:type="dcterms:W3CDTF">2025-12-15T19:48:42Z</dcterms:created>
  <dcterms:modified xsi:type="dcterms:W3CDTF">2026-01-07T09:17:36Z</dcterms:modified>
</cp:coreProperties>
</file>